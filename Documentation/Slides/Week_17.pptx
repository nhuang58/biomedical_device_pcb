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5"/>
  </p:notesMasterIdLst>
  <p:sldIdLst>
    <p:sldId id="267" r:id="rId5"/>
    <p:sldId id="279" r:id="rId6"/>
    <p:sldId id="280" r:id="rId7"/>
    <p:sldId id="282" r:id="rId8"/>
    <p:sldId id="283" r:id="rId9"/>
    <p:sldId id="284" r:id="rId10"/>
    <p:sldId id="285" r:id="rId11"/>
    <p:sldId id="286" r:id="rId12"/>
    <p:sldId id="278" r:id="rId13"/>
    <p:sldId id="277" r:id="rId14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6"/>
      <p:bold r:id="rId17"/>
      <p:italic r:id="rId18"/>
      <p:boldItalic r:id="rId19"/>
    </p:embeddedFont>
    <p:embeddedFont>
      <p:font typeface="Acumin Pro Medium" panose="020B0604020202020204" pitchFamily="34" charset="77"/>
      <p:regular r:id="rId20"/>
      <p:italic r:id="rId21"/>
    </p:embeddedFont>
    <p:embeddedFont>
      <p:font typeface="Franklin Gothic Book" panose="020B0503020102020204" pitchFamily="34" charset="0"/>
      <p:regular r:id="rId22"/>
      <p:italic r:id="rId23"/>
    </p:embeddedFont>
    <p:embeddedFont>
      <p:font typeface="Franklin Gothic Medium" panose="020B0603020102020204" pitchFamily="34" charset="0"/>
      <p:regular r:id="rId24"/>
      <p:italic r:id="rId25"/>
    </p:embeddedFont>
    <p:embeddedFont>
      <p:font typeface="Franklin Gothic Medium Cond" panose="020B0606030402020204" pitchFamily="3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08"/>
    <p:restoredTop sz="94597"/>
  </p:normalViewPr>
  <p:slideViewPr>
    <p:cSldViewPr snapToGrid="0">
      <p:cViewPr varScale="1">
        <p:scale>
          <a:sx n="107" d="100"/>
          <a:sy n="107" d="100"/>
        </p:scale>
        <p:origin x="1048" y="168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</a:t>
            </a:r>
            <a:r>
              <a:rPr lang="en-US" dirty="0"/>
              <a:t>17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12/22/2025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This week’s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Reordering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Purchase Request sent to Procurement Office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Design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Updates to Rev. 4 of PCB Design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Added Force + Strain Logging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Several Design Choices to Minimize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Analysis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Able to determine chicken movement from PCB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Need to change some firmware on the Nicla Sense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9C68C8-08A6-D4A1-BCD9-CF0F2E73BA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Purchase Request sent to Procurement Office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47B6B-461A-C7EF-57A1-6F5360DDB9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Drill files regenerated and issue dealt with with JLCPCB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to call procurement office to ensure the order successfully goes through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May be an issue with the resistors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2 mm (length) x 1 mm (height) sizing too small for regular PCBA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May need to switch to 4 mm (length) x 2 mm (height) for our PCB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D16551-2D3C-C8F7-0EE6-E6941E0C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Reordering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C0E6-DE79-B5BE-DA5F-CAC4222555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117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D68ECE-F0BD-0BE0-A987-64AA11238D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Updated Rev. 4 of PCB Design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DCD6A-03C4-C336-A93C-39EDF5C95D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 Files + Footprints found and generated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Footprint of added hardware is smaller than anticipated, which is good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Minimal Issues with Routing this time around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DA4F08-322C-8181-F492-D41C64CDC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Design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09AEB-A109-BA9C-6C90-C1B45C2CFB9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721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9F0E8-5564-AEBC-1D97-B854C93B9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FE7CF5-BB9E-B163-A2DB-3F30F04C39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Added Force + Strain Logging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CEF8C-DD4A-B964-D296-F055ECA03C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Sensor Circuitry can be seen in the Schematic below…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Added to PCB on the next slide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5E9A76-8E33-D4AC-AA71-C46EE5296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Design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42609-6275-AF40-B313-F17E2A4711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D758543C-6909-D5C0-F90F-3E0E598E0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41" y="2329643"/>
            <a:ext cx="7258695" cy="381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701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7F28E-2685-B668-13E7-0F30B230B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92BA44-3553-E707-CD50-A7FC1A6CA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Several Design Choices to Minimize Area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C85B0-4D87-7D09-E9E0-2FDA187B5B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Second Smallest Resistors Chosen due to Assembly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Took precautions to minimize taken area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Space needed for Ribbon/Flat Flex Cables in the Future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Space needed for power dissipation in the future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B735AC-677E-3201-AB6F-75B594897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Design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520F9-6134-58BA-2BB3-95137996FEB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3E1FD2-399B-E268-3FC3-6542CA50F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656" y="2848073"/>
            <a:ext cx="2566480" cy="3055636"/>
          </a:xfrm>
          <a:prstGeom prst="rect">
            <a:avLst/>
          </a:prstGeom>
        </p:spPr>
      </p:pic>
      <p:pic>
        <p:nvPicPr>
          <p:cNvPr id="8" name="Picture 7" descr="A green circuit board with many small holes&#10;&#10;AI-generated content may be incorrect.">
            <a:extLst>
              <a:ext uri="{FF2B5EF4-FFF2-40B4-BE49-F238E27FC236}">
                <a16:creationId xmlns:a16="http://schemas.microsoft.com/office/drawing/2014/main" id="{2CA0FDE8-6659-DC98-6392-5B7808877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752" y="2889104"/>
            <a:ext cx="3213659" cy="310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50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F35398-0199-F541-0547-DA71EA9C8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Data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453DB-E09F-55D8-7D06-7D39210D614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the PCB, ~16 minutes 37 seconds of data was logged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/>
              <a:t>I had originally set the maximum entries to 1000 -&gt; 16:40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/>
              <a:t>Missing 3 seconds of data is good, likely startup time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/>
              <a:t>From the data, I was able to run the following data smoothing program:</a:t>
            </a:r>
          </a:p>
        </p:txBody>
      </p: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F7C00F4-7D2E-A020-6E22-259550B39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942" y="1577283"/>
            <a:ext cx="4390158" cy="4027970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19AFA2-3483-3B56-5ABB-23702BF50D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/>
          </a:bodyPr>
          <a:lstStyle/>
          <a:p>
            <a:r>
              <a:rPr lang="en-US" dirty="0"/>
              <a:t>Able to determine chicken movement from PCB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8E86-802E-C1D8-F0D9-FDFA6A86281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3/31/23            ‹#›</a:t>
            </a:r>
          </a:p>
        </p:txBody>
      </p:sp>
    </p:spTree>
    <p:extLst>
      <p:ext uri="{BB962C8B-B14F-4D97-AF65-F5344CB8AC3E}">
        <p14:creationId xmlns:p14="http://schemas.microsoft.com/office/powerpoint/2010/main" val="386308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C82B4-A77B-E6D6-AE74-E0810178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97D9E6-8583-5433-CF29-59ABDF936D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Need to change some firmware on the Nicla Sense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332E7-EAFB-D290-863B-7B858B12AA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IMU seems to turn off after extended periods of time on battery (20+ minutes)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Need to look into this issue and see how it can be avoided in the future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From data collection, I was able to obtain the following plot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Very visible when the chicken choose to move vs. fly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28F15D-2FE8-86C7-8A27-190AC9AD6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C340B-7428-87CF-E0B5-CBF6ECDC94A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6" name="Picture 5" descr="A screen shot of a graph&#10;&#10;AI-generated content may be incorrect.">
            <a:extLst>
              <a:ext uri="{FF2B5EF4-FFF2-40B4-BE49-F238E27FC236}">
                <a16:creationId xmlns:a16="http://schemas.microsoft.com/office/drawing/2014/main" id="{2BE720A6-41F9-F104-04F2-2D651CA7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984" y="2795087"/>
            <a:ext cx="4654880" cy="342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40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B29CAD-3B43-3BC0-D2EC-A53874ABB8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Blockers &amp; Next Week’s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87380-04A3-DD16-EAB3-0921830BDF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to find the suitable battery replacement on the PCB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 on Hybrid Approach for 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Fix Issue where Nicla IMU turned off unexpectedly after a prolonged time of 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Instruct Agriculture Department (</a:t>
            </a:r>
            <a:r>
              <a:rPr lang="en-US" dirty="0" err="1"/>
              <a:t>Omosalewa</a:t>
            </a:r>
            <a:r>
              <a:rPr lang="en-US" dirty="0"/>
              <a:t>) on what to do with the 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 Sample Data on Force Impacts (Small, Medium, </a:t>
            </a:r>
            <a:r>
              <a:rPr lang="en-US"/>
              <a:t>Large Impacts)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D02411-52BC-0A6C-B958-234593BB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AB307-58AA-C3F2-0BBB-500351B01F7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257444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23725</TotalTime>
  <Words>445</Words>
  <Application>Microsoft Macintosh PowerPoint</Application>
  <PresentationFormat>On-screen Show (4:3)</PresentationFormat>
  <Paragraphs>67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Calibri</vt:lpstr>
      <vt:lpstr>Acumin Pro</vt:lpstr>
      <vt:lpstr>Acumin Pro Condensed Semibold</vt:lpstr>
      <vt:lpstr>Franklin Gothic Medium Cond</vt:lpstr>
      <vt:lpstr>Acumin Pro Semibold</vt:lpstr>
      <vt:lpstr>Franklin Gothic Book</vt:lpstr>
      <vt:lpstr>Wingdings</vt:lpstr>
      <vt:lpstr>Acumin Pro Medium</vt:lpstr>
      <vt:lpstr>Franklin Gothic Medium</vt:lpstr>
      <vt:lpstr>Arial</vt:lpstr>
      <vt:lpstr>Office Theme</vt:lpstr>
      <vt:lpstr>Week 17</vt:lpstr>
      <vt:lpstr>This Week</vt:lpstr>
      <vt:lpstr>PCB Reordering</vt:lpstr>
      <vt:lpstr>PCB Design</vt:lpstr>
      <vt:lpstr>PCB Design</vt:lpstr>
      <vt:lpstr>PCB Design</vt:lpstr>
      <vt:lpstr>Data Analysis</vt:lpstr>
      <vt:lpstr>Data Analysis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61</cp:revision>
  <dcterms:created xsi:type="dcterms:W3CDTF">2023-02-16T02:16:06Z</dcterms:created>
  <dcterms:modified xsi:type="dcterms:W3CDTF">2025-12-22T19:14:27Z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