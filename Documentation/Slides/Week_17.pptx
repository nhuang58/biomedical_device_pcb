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7"/>
  </p:notesMasterIdLst>
  <p:sldIdLst>
    <p:sldId id="267" r:id="rId5"/>
    <p:sldId id="279" r:id="rId6"/>
    <p:sldId id="280" r:id="rId7"/>
    <p:sldId id="287" r:id="rId8"/>
    <p:sldId id="282" r:id="rId9"/>
    <p:sldId id="283" r:id="rId10"/>
    <p:sldId id="284" r:id="rId11"/>
    <p:sldId id="285" r:id="rId12"/>
    <p:sldId id="286" r:id="rId13"/>
    <p:sldId id="278" r:id="rId14"/>
    <p:sldId id="288" r:id="rId15"/>
    <p:sldId id="277" r:id="rId16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8"/>
      <p:bold r:id="rId19"/>
      <p:italic r:id="rId20"/>
      <p:boldItalic r:id="rId21"/>
    </p:embeddedFont>
    <p:embeddedFont>
      <p:font typeface="Acumin Pro Medium" panose="020B0604020202020204" pitchFamily="34" charset="77"/>
      <p:regular r:id="rId22"/>
      <p:italic r:id="rId23"/>
    </p:embeddedFont>
    <p:embeddedFont>
      <p:font typeface="Franklin Gothic Book" panose="020B0503020102020204" pitchFamily="34" charset="0"/>
      <p:regular r:id="rId24"/>
      <p:italic r:id="rId25"/>
    </p:embeddedFont>
    <p:embeddedFont>
      <p:font typeface="Franklin Gothic Medium" panose="020B0603020102020204" pitchFamily="34" charset="0"/>
      <p:regular r:id="rId26"/>
      <p:italic r:id="rId27"/>
    </p:embeddedFont>
    <p:embeddedFont>
      <p:font typeface="Franklin Gothic Medium Cond" panose="020B0606030402020204" pitchFamily="34" charset="0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521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customXml" Target="../customXml/item3.xml"/><Relationship Id="rId21" Type="http://schemas.openxmlformats.org/officeDocument/2006/relationships/font" Target="fonts/font4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8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01/16/2026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Reordering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Purchase Request sent to Procurement Office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Initial Purchase Failed + New Purchase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Design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Updates to Rev. 4 of PCB Design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Added Force + Strain Logging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Several Design Choices to Minimize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Analysis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Able to determine chicken movement from PCB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Need to change some firmware on the Nicla Sense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Semester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69C68C8-08A6-D4A1-BCD9-CF0F2E73BA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Purchase Request sent to Procurement Office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47B6B-461A-C7EF-57A1-6F5360DDB9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Drill files regenerated and issue dealt with with JLCPCB 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call procurement office to ensure the order successfully goes through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May be an issue with the resistors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2 mm (length) x 1 mm (height) sizing too small for regular PCBA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May need to switch to 4 mm (length) x 2 mm (height) for our PCB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D16551-2D3C-C8F7-0EE6-E6941E0C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Reordering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C0E6-DE79-B5BE-DA5F-CAC4222555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2117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85705-265A-D7DF-670C-6D4E3A0EA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3F7AA1F-9665-E580-DAF6-32F73F4C915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Initial Purchase Failed + New Purchase Successful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8E3FEE-DD5A-392D-1AFE-2B82A93494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Order successfully went through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Card never charged, this time drill files are present and card will be charged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972E0B-D288-B115-3E6A-EC6BE57EC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Reordering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CAE665-4A7D-8D5A-B994-77E62E9BB9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E87EAE-11EF-41F1-F2BD-A977B70CA9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0" y="2259788"/>
            <a:ext cx="5559386" cy="3689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4341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DD68ECE-F0BD-0BE0-A987-64AA11238D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Updated Rev. 4 of PCB Design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BDCD6A-03C4-C336-A93C-39EDF5C95D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Design Files + Footprints found and generated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Footprint of added hardware is smaller than anticipated, which is good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Minimal Issues with Routing this time around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DA4F08-322C-8181-F492-D41C64CD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Design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009AEB-A109-BA9C-6C90-C1B45C2CFB9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4721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9F0E8-5564-AEBC-1D97-B854C93B9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FE7CF5-BB9E-B163-A2DB-3F30F04C399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Added Force + Strain Logging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8CEF8C-DD4A-B964-D296-F055ECA03C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 Circuitry can be seen in the Schematic below…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Added to PCB on the next slide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5E9A76-8E33-D4AC-AA71-C46EE5296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Design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42609-6275-AF40-B313-F17E2A47117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 descr="A diagram of a circuit board&#10;&#10;AI-generated content may be incorrect.">
            <a:extLst>
              <a:ext uri="{FF2B5EF4-FFF2-40B4-BE49-F238E27FC236}">
                <a16:creationId xmlns:a16="http://schemas.microsoft.com/office/drawing/2014/main" id="{D758543C-6909-D5C0-F90F-3E0E598E0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441" y="2329643"/>
            <a:ext cx="7258695" cy="381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01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7F28E-2685-B668-13E7-0F30B230B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92BA44-3553-E707-CD50-A7FC1A6CAB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Several Design Choices to Minimize Area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C85B0-4D87-7D09-E9E0-2FDA187B5B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Second Smallest Resistors Chosen due to Assembly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Took precautions to minimize taken area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Space needed for Ribbon/Flat Flex Cables in the Future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Space needed for power dissipation in the future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B735AC-677E-3201-AB6F-75B594897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Design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520F9-6134-58BA-2BB3-95137996FEB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3E1FD2-399B-E268-3FC3-6542CA50F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656" y="2848073"/>
            <a:ext cx="2566480" cy="3055636"/>
          </a:xfrm>
          <a:prstGeom prst="rect">
            <a:avLst/>
          </a:prstGeom>
        </p:spPr>
      </p:pic>
      <p:pic>
        <p:nvPicPr>
          <p:cNvPr id="8" name="Picture 7" descr="A green circuit board with many small holes&#10;&#10;AI-generated content may be incorrect.">
            <a:extLst>
              <a:ext uri="{FF2B5EF4-FFF2-40B4-BE49-F238E27FC236}">
                <a16:creationId xmlns:a16="http://schemas.microsoft.com/office/drawing/2014/main" id="{2CA0FDE8-6659-DC98-6392-5B7808877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752" y="2889104"/>
            <a:ext cx="3213659" cy="3108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450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F35398-0199-F541-0547-DA71EA9C8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Data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453DB-E09F-55D8-7D06-7D39210D614E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the PCB, ~16 minutes 37 seconds of data was logged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/>
              <a:t>I had originally set the maximum entries to 1000 -&gt; 16:40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/>
              <a:t>Missing 3 seconds of data is good, likely startup time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/>
              <a:t>From the data, I was able to run the following data smoothing program:</a:t>
            </a:r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F7C00F4-7D2E-A020-6E22-259550B39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0942" y="1577283"/>
            <a:ext cx="4390158" cy="4027970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19AFA2-3483-3B56-5ABB-23702BF50D4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Able to determine chicken movement from PCB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C8E86-802E-C1D8-F0D9-FDFA6A86281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863088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C82B4-A77B-E6D6-AE74-E0810178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97D9E6-8583-5433-CF29-59ABDF936D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Need to change some firmware on the Nicla Sense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32E7-EAFB-D290-863B-7B858B12AA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IMU seems to turn off after extended periods of time on battery (20+ minutes)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Need to look into this issue and see how it can be avoided in the future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From data collection, I was able to obtain the following plot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Very visible when the chicken choose to move vs. fly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D28F15D-2FE8-86C7-8A27-190AC9AD6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C340B-7428-87CF-E0B5-CBF6ECDC94A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6" name="Picture 5" descr="A screen shot of a graph&#10;&#10;AI-generated content may be incorrect.">
            <a:extLst>
              <a:ext uri="{FF2B5EF4-FFF2-40B4-BE49-F238E27FC236}">
                <a16:creationId xmlns:a16="http://schemas.microsoft.com/office/drawing/2014/main" id="{2BE720A6-41F9-F104-04F2-2D651CA7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984" y="2795087"/>
            <a:ext cx="4654880" cy="342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540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find the suitable battery replacement on the PCB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 on Hybrid Approach for Data Collection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Fix Issue where Nicla IMU turned off unexpectedly after a prolonged time of data collection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Get Sample Data on Force Impacts (Small, Medium, Large Impacts)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Prepare the 2+ hour version of data test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BF36D-4A0A-35E0-585D-81C72869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89B3BC-0C54-E2F6-2DAC-AEC39FB579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Outline Entire Semester 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847D-6C77-2972-16ED-9D5EDF24A5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16378A-3B82-C468-F62D-21497ABF2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Semester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1CFDE-90B7-B6A6-C8CB-3D4D4E5BC6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1379009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23913</TotalTime>
  <Words>497</Words>
  <Application>Microsoft Macintosh PowerPoint</Application>
  <PresentationFormat>On-screen Show (4:3)</PresentationFormat>
  <Paragraphs>82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3" baseType="lpstr">
      <vt:lpstr>Franklin Gothic Medium</vt:lpstr>
      <vt:lpstr>Acumin Pro Condensed Semibold</vt:lpstr>
      <vt:lpstr>Arial</vt:lpstr>
      <vt:lpstr>Acumin Pro Medium</vt:lpstr>
      <vt:lpstr>Calibri</vt:lpstr>
      <vt:lpstr>Franklin Gothic Book</vt:lpstr>
      <vt:lpstr>Franklin Gothic Medium Cond</vt:lpstr>
      <vt:lpstr>Wingdings</vt:lpstr>
      <vt:lpstr>Acumin Pro Semibold</vt:lpstr>
      <vt:lpstr>Acumin Pro</vt:lpstr>
      <vt:lpstr>Office Theme</vt:lpstr>
      <vt:lpstr>Week 1</vt:lpstr>
      <vt:lpstr>This Week</vt:lpstr>
      <vt:lpstr>PCB Reordering</vt:lpstr>
      <vt:lpstr>PCB Reordering</vt:lpstr>
      <vt:lpstr>PCB Design</vt:lpstr>
      <vt:lpstr>PCB Design</vt:lpstr>
      <vt:lpstr>PCB Design</vt:lpstr>
      <vt:lpstr>Data Analysis</vt:lpstr>
      <vt:lpstr>Data Analysis</vt:lpstr>
      <vt:lpstr>Next Week</vt:lpstr>
      <vt:lpstr>This Semester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63</cp:revision>
  <dcterms:created xsi:type="dcterms:W3CDTF">2023-02-16T02:16:06Z</dcterms:created>
  <dcterms:modified xsi:type="dcterms:W3CDTF">2026-01-16T16:12:48Z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