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3"/>
  </p:notesMasterIdLst>
  <p:sldIdLst>
    <p:sldId id="267" r:id="rId5"/>
    <p:sldId id="279" r:id="rId6"/>
    <p:sldId id="280" r:id="rId7"/>
    <p:sldId id="281" r:id="rId8"/>
    <p:sldId id="282" r:id="rId9"/>
    <p:sldId id="283" r:id="rId10"/>
    <p:sldId id="284" r:id="rId11"/>
    <p:sldId id="277" r:id="rId12"/>
  </p:sldIdLst>
  <p:sldSz cx="9144000" cy="6858000" type="screen4x3"/>
  <p:notesSz cx="6858000" cy="9144000"/>
  <p:embeddedFontLst>
    <p:embeddedFont>
      <p:font typeface="Acumin Pro Condensed Semibold" panose="020B0706020202020204"/>
      <p:regular r:id="rId14"/>
      <p:bold r:id="rId15"/>
      <p:italic r:id="rId16"/>
      <p:boldItalic r:id="rId17"/>
    </p:embeddedFont>
    <p:embeddedFont>
      <p:font typeface="Acumin Pro Medium" panose="020B0604020202020204" pitchFamily="34" charset="77"/>
      <p:regular r:id="rId18"/>
      <p:italic r:id="rId19"/>
    </p:embeddedFont>
    <p:embeddedFont>
      <p:font typeface="Franklin Gothic Book" panose="020B0503020102020204" pitchFamily="34" charset="0"/>
      <p:regular r:id="rId20"/>
      <p:italic r:id="rId21"/>
    </p:embeddedFont>
    <p:embeddedFont>
      <p:font typeface="Franklin Gothic Medium" panose="020B0603020102020204" pitchFamily="34" charset="0"/>
      <p:regular r:id="rId22"/>
      <p:italic r:id="rId23"/>
    </p:embeddedFont>
    <p:embeddedFont>
      <p:font typeface="Franklin Gothic Medium Cond" panose="020B0606030402020204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53"/>
    <p:restoredTop sz="94354"/>
  </p:normalViewPr>
  <p:slideViewPr>
    <p:cSldViewPr snapToGrid="0">
      <p:cViewPr varScale="1">
        <p:scale>
          <a:sx n="110" d="100"/>
          <a:sy n="110" d="100"/>
        </p:scale>
        <p:origin x="696" y="168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13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03/30/26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Rev. 6 PCB created with optimal sizing for given backpack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Pin Header sizing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Non-essential components removed for Rev.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Powercast</a:t>
            </a:r>
            <a:r>
              <a:rPr lang="en-US" dirty="0"/>
              <a:t>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NDA issues with procurement of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Meeting with Professor Salas today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DC7F25-5BA7-99E3-5AFD-4C1F4A59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07" r="2438" b="-4"/>
          <a:stretch>
            <a:fillRect/>
          </a:stretch>
        </p:blipFill>
        <p:spPr>
          <a:xfrm>
            <a:off x="3486262" y="3222885"/>
            <a:ext cx="2501493" cy="2638165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EB538A-C985-FFA4-F573-34EE2FF71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PCB Updates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9BDE69-283A-4077-943F-E0C31E2FD7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39" r="16503" b="1"/>
          <a:stretch>
            <a:fillRect/>
          </a:stretch>
        </p:blipFill>
        <p:spPr>
          <a:xfrm>
            <a:off x="6307773" y="3222885"/>
            <a:ext cx="2501493" cy="2638165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AD3429-D48B-CA33-B4D9-21B6BD7956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Rev. 6 PCB created with optimal sizing for given backpack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D2633-65D1-D224-F400-64DC408680D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3/31/23            ‹#›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2AE659-05EE-E954-0453-3C0F9260627E}"/>
              </a:ext>
            </a:extLst>
          </p:cNvPr>
          <p:cNvSpPr txBox="1"/>
          <p:nvPr/>
        </p:nvSpPr>
        <p:spPr>
          <a:xfrm>
            <a:off x="479685" y="1588957"/>
            <a:ext cx="63096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to accommodate 35 x 45 x 17 mm size of backpack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components fit on single side of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Pin header sizing will not be an issue (~11.54 mm)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57A331-9A10-2A6F-C98B-4C0F1ED09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22" y="3657600"/>
            <a:ext cx="3156931" cy="196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6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14C697C-A1CE-D45C-8CEC-FD6F548AE304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rcRect b="1461"/>
          <a:stretch>
            <a:fillRect/>
          </a:stretch>
        </p:blipFill>
        <p:spPr>
          <a:xfrm>
            <a:off x="351064" y="1543324"/>
            <a:ext cx="8450036" cy="4454706"/>
          </a:xfrm>
          <a:prstGeom prst="rect">
            <a:avLst/>
          </a:prstGeom>
          <a:noFill/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11C0A7F-97C9-D0AF-C92F-215F4D39B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0AD0907-D75C-2B65-F1BC-7B4CE6CEB3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/>
          <a:lstStyle/>
          <a:p>
            <a:r>
              <a:rPr lang="en-US" dirty="0"/>
              <a:t>Pin Header sizing is sufficient to require minimal modifications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F8BB1-E933-307B-01AC-0DC332A099A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3/31/23            ‹#›</a:t>
            </a:r>
          </a:p>
        </p:txBody>
      </p:sp>
    </p:spTree>
    <p:extLst>
      <p:ext uri="{BB962C8B-B14F-4D97-AF65-F5344CB8AC3E}">
        <p14:creationId xmlns:p14="http://schemas.microsoft.com/office/powerpoint/2010/main" val="834675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DA5897-89F0-0D89-AE01-CB5B8B4FD4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Non-essential components removed for Rev.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E2694-67C5-1574-F952-1461D73C7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 to Rev. 5 of the PCB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Powercast</a:t>
            </a:r>
            <a:r>
              <a:rPr lang="en-US" dirty="0"/>
              <a:t> Harvester removed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Temporary change, need to assess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Charge amplifier removed for irrelevance to paper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80051C-98A2-AE28-715E-019FF6CAD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5F1B7-BFC9-44A8-1AA9-6A5C6856D72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19FB7-72CA-FC22-2C30-39F9CDD7F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357" y="2881077"/>
            <a:ext cx="3525742" cy="357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03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21B000-A95F-CB0D-947B-645A46D25A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NDA issues with procurement of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90E73-38BD-CA08-A6DF-2BB456155D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Powercast</a:t>
            </a:r>
            <a:r>
              <a:rPr lang="en-US" dirty="0"/>
              <a:t> needs more NDA authority than anticipated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commercial products (2) worth looking into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P1110b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P2110b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Both short range pick and place modules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7E5CA7-1803-04BF-9E5B-890FCB78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Powercast</a:t>
            </a:r>
            <a:r>
              <a:rPr lang="en-US" dirty="0"/>
              <a:t>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55A21-7A7D-7CC3-6F23-F076B4ACF0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43D09-ABFD-274B-41BF-AFC45BAB6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61" y="3647132"/>
            <a:ext cx="7772400" cy="19117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E7BAF4-07C8-8995-E0BA-032729443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082" y="4854753"/>
            <a:ext cx="4612511" cy="14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2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1A594B-6952-41E7-1613-76B25C1990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Meeting with Professor Salas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EF5A7-87A9-27E0-CDCD-FB06F68E50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 over clarity and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Bring revisions for feedback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E1FC2E-E094-5D84-081B-9A9688AC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18F93-DEA1-0E71-0D4B-28947871B08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694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29423</TotalTime>
  <Words>207</Words>
  <Application>Microsoft Macintosh PowerPoint</Application>
  <PresentationFormat>On-screen Show (4:3)</PresentationFormat>
  <Paragraphs>51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Acumin Pro Semibold</vt:lpstr>
      <vt:lpstr>Acumin Pro</vt:lpstr>
      <vt:lpstr>Calibri</vt:lpstr>
      <vt:lpstr>Acumin Pro Condensed Semibold</vt:lpstr>
      <vt:lpstr>Franklin Gothic Medium Cond</vt:lpstr>
      <vt:lpstr>Franklin Gothic Book</vt:lpstr>
      <vt:lpstr>Wingdings</vt:lpstr>
      <vt:lpstr>Acumin Pro Medium</vt:lpstr>
      <vt:lpstr>Franklin Gothic Medium</vt:lpstr>
      <vt:lpstr>Office Theme</vt:lpstr>
      <vt:lpstr>Week 13</vt:lpstr>
      <vt:lpstr>This Week</vt:lpstr>
      <vt:lpstr>PCB Updates</vt:lpstr>
      <vt:lpstr>PCB Updates</vt:lpstr>
      <vt:lpstr>PCB Updates</vt:lpstr>
      <vt:lpstr>Powercast Updates</vt:lpstr>
      <vt:lpstr>Paper Updates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96</cp:revision>
  <cp:lastPrinted>2026-03-30T16:32:53Z</cp:lastPrinted>
  <dcterms:created xsi:type="dcterms:W3CDTF">2023-02-16T02:16:06Z</dcterms:created>
  <dcterms:modified xsi:type="dcterms:W3CDTF">2026-03-30T16:46:11Z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