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67" r:id="rId5"/>
    <p:sldId id="279" r:id="rId6"/>
    <p:sldId id="298" r:id="rId7"/>
    <p:sldId id="300" r:id="rId8"/>
    <p:sldId id="301" r:id="rId9"/>
    <p:sldId id="303" r:id="rId10"/>
    <p:sldId id="304" r:id="rId11"/>
    <p:sldId id="305" r:id="rId12"/>
    <p:sldId id="306" r:id="rId13"/>
    <p:sldId id="297" r:id="rId14"/>
    <p:sldId id="277" r:id="rId15"/>
  </p:sldIdLst>
  <p:sldSz cx="9144000" cy="6858000" type="screen4x3"/>
  <p:notesSz cx="6858000" cy="9144000"/>
  <p:embeddedFontLst>
    <p:embeddedFont>
      <p:font typeface="Acumin Pro" panose="020B0504020202020204" pitchFamily="34" charset="77"/>
      <p:regular r:id=""/>
      <p:bold r:id=""/>
      <p:italic r:id=""/>
      <p:boldItalic r:id=""/>
    </p:embeddedFont>
    <p:embeddedFont>
      <p:font typeface="Acumin Pro Condensed Semibold" panose="020B0706020202020204" pitchFamily="34" charset="77"/>
      <p:regular r:id=""/>
      <p:bold r:id=""/>
      <p:italic r:id=""/>
      <p:boldItalic r:id=""/>
    </p:embeddedFont>
    <p:embeddedFont>
      <p:font typeface="Acumin Pro Medium" panose="020B0604020202020204" pitchFamily="34" charset="77"/>
      <p:regular r:id=""/>
      <p:italic r:id=""/>
    </p:embeddedFont>
    <p:embeddedFont>
      <p:font typeface="Franklin Gothic Book" panose="020B0503020102020204" pitchFamily="34" charset="0"/>
      <p:regular r:id=""/>
      <p:italic r:id=""/>
    </p:embeddedFont>
    <p:embeddedFont>
      <p:font typeface="Franklin Gothic Medium" panose="020B0603020102020204" pitchFamily="34" charset="0"/>
      <p:regular r:id=""/>
      <p:italic r:id=""/>
    </p:embeddedFont>
    <p:embeddedFont>
      <p:font typeface="Franklin Gothic Medium Cond" panose="020B0606030402020204" pitchFamily="34" charset="0"/>
      <p:regular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11"/>
    <p:restoredTop sz="95884"/>
  </p:normalViewPr>
  <p:slideViewPr>
    <p:cSldViewPr snapToGrid="0">
      <p:cViewPr varScale="1">
        <p:scale>
          <a:sx n="113" d="100"/>
          <a:sy n="113" d="100"/>
        </p:scale>
        <p:origin x="800" y="17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rive.google.com/drive/folders/1Ul3LAQrhO1t5J_EVqvNEP-hPAe9nVNyN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10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cumin Pro Condensed Semibold" panose="020B0604020202020204" charset="0"/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08/10/26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Acumin Pro Condensed Semibold" panose="020B0604020202020204" charset="0"/>
              </a:rPr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3"/>
            <a:ext cx="8450035" cy="45574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Logger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Logger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Working on placement file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GitHub Documentation Created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GitHub Files Transferred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Ownership Transferred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Paper Acceptance Date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Plans for 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Overall Thoughts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568708-9840-43FF-8F9C-17931B6564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Logger Complete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609C8-672B-E9F0-5FE5-7FCD264248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features in Web Logger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Logger in separate branch of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Changed database to SQLite3 database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Everything functional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6A772C-8139-6AA8-F8A8-8308A456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Logger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3C1CF-2FA4-F467-822D-69A7A7FF96C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6598E2-1230-D8DC-807A-C1B77D2A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55" y="2998623"/>
            <a:ext cx="5898445" cy="27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06B6-B335-AE8D-C774-24B4B77C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46ED9E-1671-286F-6F6B-326D3D627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Working on placement file updates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1896AE-5395-9261-BCD9-6EBBB641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FC2D-4C70-C4AD-EF33-9AEE51F4EDA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FA7898F-DE89-719F-82F9-586BC437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Noticed discrepancy with component placements and drill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Contacted DL-Engineering; in the process of fixing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have to go to procurement office for new quote + purchasing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68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A130D6-E7AF-C6FC-29F8-07BC10BF9E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GitHub Documentation Created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3EFD-DC9E-F07A-C45B-FB76AB8331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GitHub Documentation Created to maintain consistency moving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Mostly in .MD files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178423-03B3-E3F5-D848-33C3AEA8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B2C19-9AF3-3304-A25E-1C76571B93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3FE83E-6677-4981-4009-D229F1EC0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88" y="2479632"/>
            <a:ext cx="6193215" cy="342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339E-6EFB-6C1B-A5FC-51713B5E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79A49E-865C-6BE4-6948-466EA83E1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GitHub Files Transferred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E5AEF-5211-4AF1-1D36-56560572EE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Files Transferred over into Google Drive: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https://drive.google.com/drive/folders/1Ul3LAQrhO1t5J_EVqvNEP-hPAe9nVNyN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D34DB4-8397-9CA4-C21E-789B62FD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F65E8-4421-D9B8-EE3E-45D1B1FAF2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886B7-72F3-9A26-0EAB-A03EC752C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950590"/>
            <a:ext cx="7772400" cy="295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5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3A4E56-CBA4-F516-7A32-31ECB87134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Ownership Transferred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42919-717D-C05A-EBC5-DD7F25902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Transferred ownership of repository over to Nolan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take a few days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AC1A5C-4749-DF83-4711-D0843EE2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8EEC-0669-3E30-A06D-186C9248AC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A97A9-B1A8-301C-353B-6A0298270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44" y="2315913"/>
            <a:ext cx="5050517" cy="368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6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C3D47E-9140-26FE-2CBC-3BCBBC3241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Paper Acceptance Date Changed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CCF06-943A-CBA7-3814-1F8048174D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notification of Acceptance will be on 8/21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updates on author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E38B1-A695-3F83-EC10-CF0627D7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0B6DB-0A60-C90E-9165-5CFF22F0CD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647CB-E951-A92B-34B7-11057A39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9" y="2807627"/>
            <a:ext cx="5921022" cy="3096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B0479-2B06-11AA-B95A-D9559A93F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770" y="3010931"/>
            <a:ext cx="3029230" cy="289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9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E98CEE-9626-36DF-FBA0-2F75FB9752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CAE4-8AD4-EF65-7F6C-6AEFED3C5E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PCB fully ordered and ensure payment goes 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Wrap up documentation for next developer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DAB2A8-B885-B1A3-ACD8-EB44CF41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F3507-17C8-BDB1-B297-EF2F15A8DD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7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6C6D-FC50-8590-63C1-71685CCA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2F54-1ABF-E520-B82B-EAB7AFF8C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useful interdisciplinary project where I was able to practice a lot of skills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Firmware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Design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Sensor Testing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Communication with other parties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 of potential for the project; can’t wait to see where it goes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2A3F4-B598-1D52-833A-78F75CFC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9E9-6F6C-7B56-C52C-13E002C3B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3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terms/"/>
    <ds:schemaRef ds:uri="http://schemas.microsoft.com/office/2006/documentManagement/types"/>
    <ds:schemaRef ds:uri="d6656b4d-3fa0-4709-acfb-d5e813445d1e"/>
    <ds:schemaRef ds:uri="http://purl.org/dc/elements/1.1/"/>
    <ds:schemaRef ds:uri="37af3f4b-4b66-46f9-8456-831d9bc3e737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36075</TotalTime>
  <Words>271</Words>
  <Application>Microsoft Macintosh PowerPoint</Application>
  <PresentationFormat>On-screen Show (4:3)</PresentationFormat>
  <Paragraphs>74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Franklin Gothic Medium Cond</vt:lpstr>
      <vt:lpstr>Acumin Pro Medium</vt:lpstr>
      <vt:lpstr>Franklin Gothic Book</vt:lpstr>
      <vt:lpstr>Calibri</vt:lpstr>
      <vt:lpstr>Wingdings</vt:lpstr>
      <vt:lpstr>Acumin Pro</vt:lpstr>
      <vt:lpstr>Acumin Pro Condensed Semibold</vt:lpstr>
      <vt:lpstr>Franklin Gothic Medium</vt:lpstr>
      <vt:lpstr>Acumin Pro Semibold</vt:lpstr>
      <vt:lpstr>Office Theme</vt:lpstr>
      <vt:lpstr>Week 10</vt:lpstr>
      <vt:lpstr>This Week</vt:lpstr>
      <vt:lpstr>Web Logger Updates</vt:lpstr>
      <vt:lpstr>PCB Updates</vt:lpstr>
      <vt:lpstr>Documentation Updates</vt:lpstr>
      <vt:lpstr>Documentation Updates</vt:lpstr>
      <vt:lpstr>Documentation Updates</vt:lpstr>
      <vt:lpstr>Paper Updates</vt:lpstr>
      <vt:lpstr>Next Week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123</cp:revision>
  <cp:lastPrinted>2026-08-10T16:58:28Z</cp:lastPrinted>
  <dcterms:created xsi:type="dcterms:W3CDTF">2023-02-16T02:16:06Z</dcterms:created>
  <dcterms:modified xsi:type="dcterms:W3CDTF">2026-08-10T17:04:12Z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