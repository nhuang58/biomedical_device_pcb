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4"/>
  </p:notesMasterIdLst>
  <p:sldIdLst>
    <p:sldId id="267" r:id="rId5"/>
    <p:sldId id="279" r:id="rId6"/>
    <p:sldId id="301" r:id="rId7"/>
    <p:sldId id="302" r:id="rId8"/>
    <p:sldId id="303" r:id="rId9"/>
    <p:sldId id="304" r:id="rId10"/>
    <p:sldId id="305" r:id="rId11"/>
    <p:sldId id="299" r:id="rId12"/>
    <p:sldId id="277" r:id="rId13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5"/>
      <p:bold r:id="rId16"/>
      <p:italic r:id="rId17"/>
      <p:boldItalic r:id="rId18"/>
    </p:embeddedFont>
    <p:embeddedFont>
      <p:font typeface="Acumin Pro Medium" panose="020B0604020202020204" pitchFamily="34" charset="77"/>
      <p:regular r:id="rId19"/>
      <p:italic r:id="rId20"/>
    </p:embeddedFont>
    <p:embeddedFont>
      <p:font typeface="Franklin Gothic Book" panose="020B0503020102020204" pitchFamily="34" charset="0"/>
      <p:regular r:id="rId21"/>
      <p:italic r:id="rId22"/>
    </p:embeddedFont>
    <p:embeddedFont>
      <p:font typeface="Franklin Gothic Medium" panose="020B0603020102020204" pitchFamily="34" charset="0"/>
      <p:regular r:id="rId23"/>
      <p:italic r:id="rId24"/>
    </p:embeddedFont>
    <p:embeddedFont>
      <p:font typeface="Franklin Gothic Medium Cond" panose="020B0606030402020204" pitchFamily="3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436"/>
  </p:normalViewPr>
  <p:slideViewPr>
    <p:cSldViewPr snapToGrid="0">
      <p:cViewPr varScale="1">
        <p:scale>
          <a:sx n="108" d="100"/>
          <a:sy n="108" d="100"/>
        </p:scale>
        <p:origin x="776" y="200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0.fntdata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Acumin Pro Condensed Semibold" panose="020B0506020202020204" pitchFamily="34" charset="77"/>
              </a:rPr>
              <a:t>Week 7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02/16/26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Shipment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Agriculture Department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Conference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Manufacturing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Miscellaneous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F0A4E-B4E7-586E-4E0C-DEDB67BAF8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80187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Digi-Key parts ordered with F number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Should be arriving with this week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PCBs seemed to have arrived, however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Unsure where they went as when checking the dock where the tracking link said they were, they were not 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ordered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Force, Strain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Should come within 1-2 weeks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0AF688-38BA-EEBB-31A3-1306518A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Shipment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C7498-558D-A3D3-0EC3-B3F7A7E8A28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391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16BDA-9A88-916E-A325-7240EFA4C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C721A7-FE05-1EDE-2014-0DBB1C3432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80187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Agriculture has ordered everything necessary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2 Pin JST Housings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Single Cage DuPont Housings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(All of the above is for the battery cables)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LiPo Battery Chargers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show agriculture how to create the cables necessary for their study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Have relayed that we do not need high quality data, just something for our paper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Waiting on data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Should come around Wednesday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CD17AC-0889-D07F-38A7-C7253B70C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Agriculture Department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BBC43-21FF-79E7-1240-23BE1840CFA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433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14733-CFCC-F716-E0B1-05439A6E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A9F3A-DA8C-C8D0-267E-70CAFC7E1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80187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IEEE RFID Conference may be useful for me to attend: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June 14-16, very interesting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IEEE Sensors is the conference we are targeting a letter for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October 25-26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Purdue ECE has a travel grant available (up to $1000) that I may be able to take advantage of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Present findings although my tenure will have ended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FC5D51-6747-C9F3-564B-82B5AC43E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Conference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E16C6-E88B-F29B-0908-20FB5EC7130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67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3DC2F-1ECC-CF85-66E5-FED4B48F7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F30C29-4B98-226A-BE15-DDB8FEDC3E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80187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Reached out to Professor Berry regarding PCB manufacturing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Several Domestic Options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Macrofab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Sierra Circuits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RushPCB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PCBUnlimited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Reaching out to Sierra Circuits and PCB Unlimited (likely best two options)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8DB5C3-9174-0133-2C61-E7A309577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PCB Manufacturing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0CF72-E5E4-E332-12AF-39CE9965E9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502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2622D-413C-91AC-857F-C734F9E87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E0323-DA81-CC50-DF71-200F788FD6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80187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Completed web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Nolan to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Will give him technical updates per week to get him familiar with the project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send all packaged weekly reports this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December – Present as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Still looking at various other conferences I could possibly attend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6BFDDE-6414-E1FA-F3EB-9D2029E5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Miscellaneous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AD966-A458-0295-1EC2-E6AA3E6151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814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 revision 5 of PCB design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Remote charging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Force, Strain, Temperature external sensors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In-house battery unit (16 mm diameter)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Obtain data from agriculture and validate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 README documentation on device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Standardize and make into technical document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26200</TotalTime>
  <Words>355</Words>
  <Application>Microsoft Macintosh PowerPoint</Application>
  <PresentationFormat>On-screen Show (4:3)</PresentationFormat>
  <Paragraphs>77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Franklin Gothic Book</vt:lpstr>
      <vt:lpstr>Franklin Gothic Medium Cond</vt:lpstr>
      <vt:lpstr>Acumin Pro Condensed Semibold</vt:lpstr>
      <vt:lpstr>Wingdings</vt:lpstr>
      <vt:lpstr>Acumin Pro Medium</vt:lpstr>
      <vt:lpstr>Franklin Gothic Medium</vt:lpstr>
      <vt:lpstr>Arial</vt:lpstr>
      <vt:lpstr>Acumin Pro</vt:lpstr>
      <vt:lpstr>Calibri</vt:lpstr>
      <vt:lpstr>Acumin Pro Semibold</vt:lpstr>
      <vt:lpstr>Office Theme</vt:lpstr>
      <vt:lpstr>Week 7</vt:lpstr>
      <vt:lpstr>This Week</vt:lpstr>
      <vt:lpstr>Shipment Updates</vt:lpstr>
      <vt:lpstr>Agriculture Department Updates</vt:lpstr>
      <vt:lpstr>Conference Updates</vt:lpstr>
      <vt:lpstr>PCB Manufacturing Updates</vt:lpstr>
      <vt:lpstr>Miscellaneous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82</cp:revision>
  <cp:lastPrinted>2026-02-16T18:07:58Z</cp:lastPrinted>
  <dcterms:created xsi:type="dcterms:W3CDTF">2023-02-16T02:16:06Z</dcterms:created>
  <dcterms:modified xsi:type="dcterms:W3CDTF">2026-02-16T18:08:01Z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