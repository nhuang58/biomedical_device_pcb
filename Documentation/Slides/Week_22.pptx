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9"/>
  </p:notesMasterIdLst>
  <p:sldIdLst>
    <p:sldId id="267" r:id="rId5"/>
    <p:sldId id="279" r:id="rId6"/>
    <p:sldId id="299" r:id="rId7"/>
    <p:sldId id="277" r:id="rId8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0"/>
      <p:bold r:id="rId11"/>
      <p:italic r:id="rId12"/>
      <p:boldItalic r:id="rId13"/>
    </p:embeddedFont>
    <p:embeddedFont>
      <p:font typeface="Acumin Pro Medium" panose="020B0604020202020204" pitchFamily="34" charset="77"/>
      <p:regular r:id="rId14"/>
      <p:italic r:id="rId15"/>
    </p:embeddedFont>
    <p:embeddedFont>
      <p:font typeface="Franklin Gothic Book" panose="020B0503020102020204" pitchFamily="34" charset="0"/>
      <p:regular r:id="rId16"/>
      <p:italic r:id="rId17"/>
    </p:embeddedFont>
    <p:embeddedFont>
      <p:font typeface="Franklin Gothic Medium" panose="020B0603020102020204" pitchFamily="34" charset="0"/>
      <p:regular r:id="rId18"/>
      <p:italic r:id="rId19"/>
    </p:embeddedFont>
    <p:embeddedFont>
      <p:font typeface="Franklin Gothic Medium Cond" panose="020B0606030402020204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436"/>
  </p:normalViewPr>
  <p:slideViewPr>
    <p:cSldViewPr snapToGrid="0">
      <p:cViewPr varScale="1">
        <p:scale>
          <a:sx n="108" d="100"/>
          <a:sy n="108" d="100"/>
        </p:scale>
        <p:origin x="776" y="200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5D88-A255-52C6-2FDC-9B0AEF5C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0B72A-C76C-40CC-3228-A2947D3C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D5DC2-2078-8017-324F-BAF21946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CB2B-E8AE-EE2F-5C11-E60A6EC0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cumin Pro Condensed Semibold" panose="020B0506020202020204" pitchFamily="34" charset="77"/>
              </a:rPr>
              <a:t>Week 7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02/16/26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Furthered Data Analysis of IMU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Study Conducted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Verification Successful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 on RF to DC Converters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915 MHz Band Research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DigiKey</a:t>
            </a:r>
            <a:r>
              <a:rPr lang="en-US" dirty="0"/>
              <a:t> Parts Ordering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Parts List Curated – F Number Required (Procurement Office)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Agriculture Components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Sent electrical components needed for study to department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EE2C-E869-EFCD-766A-B2EE7BAD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672C57-F465-3B96-B3BD-325579624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Plans &amp; Blockers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71E8-BE29-703B-B58C-A63EE3C73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Begin foundations of research paper (Overleaf)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that agriculture study has gone successfully and there are no blockers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 American PCB vendors to order assembled PCB from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Unable to use Chinese vendors (</a:t>
            </a:r>
            <a:r>
              <a:rPr lang="en-US" dirty="0" err="1"/>
              <a:t>PCBWay</a:t>
            </a:r>
            <a:r>
              <a:rPr lang="en-US" dirty="0"/>
              <a:t>, JLCPCB) anymore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79CA14-A166-E4A5-0FF4-AEC5C28F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E36D6-5529-D593-8824-84A72BC8A3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30116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25741</TotalTime>
  <Words>119</Words>
  <Application>Microsoft Macintosh PowerPoint</Application>
  <PresentationFormat>On-screen Show (4:3)</PresentationFormat>
  <Paragraphs>33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Franklin Gothic Book</vt:lpstr>
      <vt:lpstr>Franklin Gothic Medium Cond</vt:lpstr>
      <vt:lpstr>Acumin Pro Condensed Semibold</vt:lpstr>
      <vt:lpstr>Wingdings</vt:lpstr>
      <vt:lpstr>Acumin Pro Medium</vt:lpstr>
      <vt:lpstr>Franklin Gothic Medium</vt:lpstr>
      <vt:lpstr>Arial</vt:lpstr>
      <vt:lpstr>Acumin Pro</vt:lpstr>
      <vt:lpstr>Calibri</vt:lpstr>
      <vt:lpstr>Acumin Pro Semibold</vt:lpstr>
      <vt:lpstr>Office Theme</vt:lpstr>
      <vt:lpstr>Week 7</vt:lpstr>
      <vt:lpstr>This Week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79</cp:revision>
  <cp:lastPrinted>2026-02-10T15:39:31Z</cp:lastPrinted>
  <dcterms:created xsi:type="dcterms:W3CDTF">2023-02-16T02:16:06Z</dcterms:created>
  <dcterms:modified xsi:type="dcterms:W3CDTF">2026-02-16T10:29:20Z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