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3"/>
  </p:notesMasterIdLst>
  <p:sldIdLst>
    <p:sldId id="267" r:id="rId5"/>
    <p:sldId id="279" r:id="rId6"/>
    <p:sldId id="293" r:id="rId7"/>
    <p:sldId id="294" r:id="rId8"/>
    <p:sldId id="295" r:id="rId9"/>
    <p:sldId id="296" r:id="rId10"/>
    <p:sldId id="297" r:id="rId11"/>
    <p:sldId id="277" r:id="rId12"/>
  </p:sldIdLst>
  <p:sldSz cx="9144000" cy="6858000" type="screen4x3"/>
  <p:notesSz cx="6858000" cy="9144000"/>
  <p:embeddedFontLst>
    <p:embeddedFont>
      <p:font typeface="Acumin Pro Condensed Semibold" panose="020B0604020202020204" charset="0"/>
      <p:regular r:id="rId14"/>
      <p:bold r:id="rId15"/>
      <p:italic r:id="rId16"/>
      <p:boldItalic r:id="rId17"/>
    </p:embeddedFont>
    <p:embeddedFont>
      <p:font typeface="Acumin Pro Medium" panose="020B0604020202020204" charset="0"/>
      <p:regular r:id="rId18"/>
      <p:italic r:id="rId19"/>
    </p:embeddedFont>
    <p:embeddedFont>
      <p:font typeface="Franklin Gothic Book" panose="020B0503020102020204" pitchFamily="34" charset="0"/>
      <p:regular r:id="rId20"/>
      <p:italic r:id="rId21"/>
    </p:embeddedFont>
    <p:embeddedFont>
      <p:font typeface="Franklin Gothic Medium" panose="020B0603020102020204" pitchFamily="34" charset="0"/>
      <p:regular r:id="rId22"/>
      <p:italic r:id="rId23"/>
    </p:embeddedFont>
    <p:embeddedFont>
      <p:font typeface="Franklin Gothic Medium Cond" panose="020B0606030402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464"/>
    <p:restoredTop sz="95884"/>
  </p:normalViewPr>
  <p:slideViewPr>
    <p:cSldViewPr snapToGrid="0">
      <p:cViewPr varScale="1">
        <p:scale>
          <a:sx n="117" d="100"/>
          <a:sy n="117" d="100"/>
        </p:scale>
        <p:origin x="1032" y="102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1.fntdata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7.xml"/><Relationship Id="rId4" Type="http://schemas.openxmlformats.org/officeDocument/2006/relationships/hyperlink" Target="https://www.adafruit.com/product/5765?srsltid=AfmBOopJ0GaTkt9ax3e-tKPU2cpgIAgpI5jiQ-VPP9qnBu_cebIntSOo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06/22/26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Updates: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Agriculture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Updates: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Access to Professor Wu’s lab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Updates: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 Development still in Progress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Updates: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Routing done and waiting on validation from DL-Engineering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Goals for 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E002918-4C4C-8305-BDC0-A44B910F69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21" b="18401"/>
          <a:stretch>
            <a:fillRect/>
          </a:stretch>
        </p:blipFill>
        <p:spPr>
          <a:xfrm>
            <a:off x="4891490" y="1643074"/>
            <a:ext cx="3909610" cy="2055591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3750C93-1DB2-1B4E-D7B4-DAE64F3B8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Hardware Supplies	</a:t>
            </a:r>
          </a:p>
        </p:txBody>
      </p:sp>
      <p:pic>
        <p:nvPicPr>
          <p:cNvPr id="8" name="Picture 7" descr="Angled shot of 100mm long 3-pin JST-SH cable with socket connectors.">
            <a:extLst>
              <a:ext uri="{FF2B5EF4-FFF2-40B4-BE49-F238E27FC236}">
                <a16:creationId xmlns:a16="http://schemas.microsoft.com/office/drawing/2014/main" id="{804B92E1-AB29-AEA8-6BFF-114BF458FB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9896"/>
          <a:stretch>
            <a:fillRect/>
          </a:stretch>
        </p:blipFill>
        <p:spPr>
          <a:xfrm>
            <a:off x="4891490" y="3884038"/>
            <a:ext cx="3909610" cy="2055591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40473E-4EB9-E24C-3405-B49E8CB017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Agriculture Supplies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32C721-FFB5-F4D3-F492-8908C4F62651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Supplies requested from Agriculture department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4 Micro USB connectors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3 Connectors (JST to single female </a:t>
            </a:r>
            <a:r>
              <a:rPr lang="en-US" sz="1800" dirty="0" err="1"/>
              <a:t>dupont</a:t>
            </a:r>
            <a:r>
              <a:rPr lang="en-US" sz="18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3 Connectors: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 Micro USB connectors: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we purchase them or allow the Agriculture department to purchase them?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6CCB3FF8-DEA2-2AF5-946D-7FADDE371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/>
          <a:lstStyle/>
          <a:p>
            <a:endParaRPr lang="en-US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3D9CB1D-DBFB-0E03-699C-E2C0FCD3168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A6BEC-8D40-1EC5-82AA-0E56C18BFE6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25562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B17BE6-9D4C-7A0D-A9BF-0CE71CF3E4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Access to Professor Wu’s lab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387A5-D6D0-1A85-EE25-587273EC19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Pedro Barbosa (PhD candidate)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Able to let me in to allow me to do the testing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See if any further access or authorization is required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specifically for piezoelectric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8D5F1B-22D0-796A-B578-AF1B7786E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4B882-D79B-D2C6-E251-9AFF943BCD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247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E770FC-C7A0-159A-384A-25A1BE28FE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Database Development still in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E67667-F6AC-4710-21C0-8DB37FBC50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backend requests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Finding a more convenient way to extract certain periods of data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Was initially custom (0-60 minutes)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Want to make intervals for easier exporting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10 min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60 min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3 hours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12 hours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Etc.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Find a good match which doesn’t overload the 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Information about tech stack: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4217C1-9BFB-6400-6D26-85328B7D3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D08220-2843-7FDD-8BC3-753AE824F0B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F23BC3-E2E0-69EE-6576-2CBF9D022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94" y="4460209"/>
            <a:ext cx="5888717" cy="183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5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324C49-E06D-8D41-7023-850085B0D1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New Routing done and waiting on validation from DL-Engineering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D84161-00C8-9B43-2CC3-EBBDAB6544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Finalized routing done and waiting on DL-Engineering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validate with </a:t>
            </a:r>
            <a:r>
              <a:rPr lang="en-US" dirty="0" err="1"/>
              <a:t>Powercast</a:t>
            </a:r>
            <a:r>
              <a:rPr lang="en-US" dirty="0"/>
              <a:t> to ensure device will work on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Seen below: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889252-5235-EE66-386F-920E47DEE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26917D-7451-70CE-BECC-E12F52954CE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C09BD0-67F3-23B4-E097-FE08A70B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400" y="2302269"/>
            <a:ext cx="4877108" cy="4316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930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906C6D-FC50-8590-63C1-71685CCA64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Goals for next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A2F54-1ABF-E520-B82B-EAB7AFF8CC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Coordinate with Pedro at Professor Wu’s lab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Continue Database Development Efforts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Make final changes to PCB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Force Sensor with PCB; tapping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Shorten cable </a:t>
            </a:r>
            <a:r>
              <a:rPr lang="en-US"/>
              <a:t>if needed?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22A3F4-B598-1D52-833A-78F75CFC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79E9-6F6C-7B56-C52C-13E002C3B7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733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openxmlformats.org/package/2006/metadata/core-properties"/>
    <ds:schemaRef ds:uri="37af3f4b-4b66-46f9-8456-831d9bc3e737"/>
    <ds:schemaRef ds:uri="http://purl.org/dc/elements/1.1/"/>
    <ds:schemaRef ds:uri="http://schemas.microsoft.com/office/infopath/2007/PartnerControls"/>
    <ds:schemaRef ds:uri="d6656b4d-3fa0-4709-acfb-d5e813445d1e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35254</TotalTime>
  <Words>277</Words>
  <Application>Microsoft Office PowerPoint</Application>
  <PresentationFormat>On-screen Show (4:3)</PresentationFormat>
  <Paragraphs>68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Acumin Pro</vt:lpstr>
      <vt:lpstr>Arial</vt:lpstr>
      <vt:lpstr>Franklin Gothic Medium</vt:lpstr>
      <vt:lpstr>Acumin Pro Medium</vt:lpstr>
      <vt:lpstr>Calibri</vt:lpstr>
      <vt:lpstr>Franklin Gothic Medium Cond</vt:lpstr>
      <vt:lpstr>Wingdings</vt:lpstr>
      <vt:lpstr>Franklin Gothic Book</vt:lpstr>
      <vt:lpstr>Acumin Pro Condensed Semibold</vt:lpstr>
      <vt:lpstr>Acumin Pro Semibold</vt:lpstr>
      <vt:lpstr>Office Theme</vt:lpstr>
      <vt:lpstr>Week 5</vt:lpstr>
      <vt:lpstr>This Week</vt:lpstr>
      <vt:lpstr>Hardware Supplies </vt:lpstr>
      <vt:lpstr>Testing Updates</vt:lpstr>
      <vt:lpstr>Database Updates</vt:lpstr>
      <vt:lpstr>PCB Updates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115</cp:revision>
  <cp:lastPrinted>2026-05-25T08:08:19Z</cp:lastPrinted>
  <dcterms:created xsi:type="dcterms:W3CDTF">2023-02-16T02:16:06Z</dcterms:created>
  <dcterms:modified xsi:type="dcterms:W3CDTF">2026-06-22T16:53:29Z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