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3"/>
  </p:notesMasterIdLst>
  <p:sldIdLst>
    <p:sldId id="267" r:id="rId5"/>
    <p:sldId id="279" r:id="rId6"/>
    <p:sldId id="293" r:id="rId7"/>
    <p:sldId id="294" r:id="rId8"/>
    <p:sldId id="295" r:id="rId9"/>
    <p:sldId id="296" r:id="rId10"/>
    <p:sldId id="297" r:id="rId11"/>
    <p:sldId id="277" r:id="rId12"/>
  </p:sldIdLst>
  <p:sldSz cx="9144000" cy="6858000" type="screen4x3"/>
  <p:notesSz cx="6858000" cy="9144000"/>
  <p:embeddedFontLst>
    <p:embeddedFont>
      <p:font typeface="Acumin Pro Condensed Semibold" panose="020B0604020202020204" charset="0"/>
      <p:regular r:id="rId14"/>
      <p:bold r:id="rId15"/>
      <p:italic r:id="rId16"/>
      <p:boldItalic r:id="rId17"/>
    </p:embeddedFont>
    <p:embeddedFont>
      <p:font typeface="Acumin Pro Medium" panose="020B0604020202020204" charset="0"/>
      <p:regular r:id="rId18"/>
      <p:italic r:id="rId19"/>
    </p:embeddedFont>
    <p:embeddedFont>
      <p:font typeface="Franklin Gothic Book" panose="020B0503020102020204" pitchFamily="34" charset="0"/>
      <p:regular r:id="rId20"/>
      <p:italic r:id="rId21"/>
    </p:embeddedFont>
    <p:embeddedFont>
      <p:font typeface="Franklin Gothic Medium" panose="020B0603020102020204" pitchFamily="34" charset="0"/>
      <p:regular r:id="rId22"/>
      <p:italic r:id="rId23"/>
    </p:embeddedFont>
    <p:embeddedFont>
      <p:font typeface="Franklin Gothic Medium Cond" panose="020B0606030402020204" pitchFamily="3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23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464"/>
    <p:restoredTop sz="95884"/>
  </p:normalViewPr>
  <p:slideViewPr>
    <p:cSldViewPr snapToGrid="0">
      <p:cViewPr varScale="1">
        <p:scale>
          <a:sx n="113" d="100"/>
          <a:sy n="113" d="100"/>
        </p:scale>
        <p:origin x="102" y="192"/>
      </p:cViewPr>
      <p:guideLst>
        <p:guide orient="horz" pos="1080"/>
        <p:guide pos="2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font" Target="fonts/font8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1.fntdata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31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82BBC47-D7E9-E849-BE67-7366DB4087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77278"/>
            <a:ext cx="7144105" cy="534037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29339"/>
            <a:ext cx="7144105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0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93720"/>
            <a:ext cx="714410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17643"/>
            <a:ext cx="7183861" cy="583733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17147"/>
            <a:ext cx="7183861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79275"/>
            <a:ext cx="7183861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AC34E1-E044-0445-842B-2F1F9D1C92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5049077"/>
            <a:ext cx="8450036" cy="685801"/>
          </a:xfrm>
        </p:spPr>
        <p:txBody>
          <a:bodyPr>
            <a:normAutofit/>
          </a:bodyPr>
          <a:lstStyle>
            <a:lvl1pPr algn="ctr" fontAlgn="b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229" y="5754757"/>
            <a:ext cx="8450036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9BCA5A-C755-0E4A-878C-D1822540E2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9144000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A0E95C-D44C-0BD3-29E1-C39EBAC823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226450-0A2C-4A4B-95A5-6E0D1BC45A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317D3B-55CD-0048-B746-CB10A28D4E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872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51064" y="1543324"/>
            <a:ext cx="8450036" cy="4454706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54FE2-5844-7885-7089-16924C393E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F76393-33C8-0244-A117-D97655079C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5" y="1543324"/>
            <a:ext cx="4059877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31868" y="1543324"/>
            <a:ext cx="4069232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23E79-165A-C0A0-34F4-D4CD4FAC54E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EEFC3C-29D1-EA4A-9C0C-4952B61838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6" y="1543324"/>
            <a:ext cx="2630674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256663" y="1543324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182353" y="1543323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20F0F-7917-55BD-382B-A4E02410819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12896B7-E91D-CD4D-A891-824CE769BC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5" y="3652273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4" y="1543324"/>
            <a:ext cx="410230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706959" y="1543324"/>
            <a:ext cx="4094045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98697" y="3652272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1641B97-9FFC-02AC-9A83-AD9CF1F958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8D58084-BB32-E44F-B6BE-79DC4BE0EE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6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4"/>
            <a:ext cx="265085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252731" y="1543325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44470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154204" y="1532308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45943" y="3641256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039C530-4D1F-8F28-146E-3ECC4BBCE9E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64C2680-37A6-C442-ACC9-0E1A4F33FD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2" y="457200"/>
            <a:ext cx="3236117" cy="964096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2902" y="1570384"/>
            <a:ext cx="3236117" cy="4298605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904" y="457200"/>
            <a:ext cx="4997195" cy="541178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C4977-AD33-556A-2AED-7416F7D439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2DB49B-3FD4-EF4C-B023-17613C9AF5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715222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135B86-20D4-13D9-0376-A64DF5C381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AF4890-83F2-1B4C-9129-0943FD5BE6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1065" y="1543324"/>
            <a:ext cx="4397009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61820" y="1543322"/>
            <a:ext cx="3847445" cy="4307573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614933" y="3795305"/>
            <a:ext cx="2133141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51065" y="3795304"/>
            <a:ext cx="2133141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A9D6A4-F44C-720B-EF21-A331231A64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06DF57-624C-3D4C-9311-96AE05CC4C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6571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42900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3243828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161085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3227499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161085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310242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326571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227499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6144756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3211170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6144756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D3EBD5-219C-5B88-5FAA-E3535228FBD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EDCCCDC-B335-96CB-3A28-8C862E3B1B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D166CBA-B0A5-A540-9E01-87761E8E4E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6" y="1542763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508047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677415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846782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382716" y="3651151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3556027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5725394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0B1371B0-95CE-4462-18BB-F77CBC19BF8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631A4A5-899F-8948-AFF2-A9EECA71DA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891490" y="3884038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91295" y="3395950"/>
            <a:ext cx="3909707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4891392" y="5636914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891295" y="5636914"/>
            <a:ext cx="3909610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785C5DB-355E-CD09-6EF5-58F892E8FB6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DCE55CF-AD39-6942-BAFD-73E57A01F7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965414" y="3884038"/>
            <a:ext cx="1835685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891490" y="3879120"/>
            <a:ext cx="1896687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28867" y="3395950"/>
            <a:ext cx="3872135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4884613" y="5631998"/>
            <a:ext cx="1884248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Acumin Pro" panose="020B0504020202020204" pitchFamily="34" charset="77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921990" y="5631998"/>
            <a:ext cx="1866186" cy="3027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6965414" y="5641704"/>
            <a:ext cx="1823956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7002791" y="5641704"/>
            <a:ext cx="1806473" cy="302715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E9F3313-6532-97CE-1E0D-3A21EA40A39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3389377-4D07-D241-8D0E-8A871D181F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5953857" y="1315895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3315718" y="1315896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677578" y="1315897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629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458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963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791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4102" y="143391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931" y="4043274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F278F-8AAE-FA0B-4B47-AB0FFECE69F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856F49F-59AA-23FB-4600-EC4D944973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458" y="2040673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CA6E053-97C0-F5A8-A5C6-62806699EADE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3464791" y="2040672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823F7D4-DD74-2A27-4C24-052C4575CCDF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6102931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77476EE-9BD3-9249-BC1B-491B99321F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5953662" y="1315893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3315523" y="1315894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677384" y="1315895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435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769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marL="0" marR="0" lvl="0" indent="0" algn="ctr" defTabSz="685800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908" y="143391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264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3453661" y="2065259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264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597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736" y="4043272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6097061" y="2071425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DDE6D-DD47-E873-4306-EBFC1F91F65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911DA62-F518-7447-BD47-16E2421CCA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756438" y="1660596"/>
            <a:ext cx="1438515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758505" y="2160555"/>
            <a:ext cx="1436449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2284078" y="1660596"/>
            <a:ext cx="1438515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2286144" y="2160555"/>
            <a:ext cx="1436449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3811718" y="1660596"/>
            <a:ext cx="1438515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3813784" y="2160555"/>
            <a:ext cx="1436449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5339357" y="1660596"/>
            <a:ext cx="1438515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5341424" y="2160555"/>
            <a:ext cx="1436449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6866999" y="1660596"/>
            <a:ext cx="1438515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6869065" y="2160555"/>
            <a:ext cx="1436449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6438" y="1783909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8407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1171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3935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67000" y="1770870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487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2381484" y="2299864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390912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543676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6964405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58850-3E44-9220-12DF-98BC6F729C54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976A537-883F-374A-AD56-EC40D05206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4"/>
            <a:ext cx="4936211" cy="6867524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-944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0ED9A8-0DA3-BC24-94A1-086C8ECA8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BDBD18-96E0-3342-A809-2FF8511966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5"/>
            <a:ext cx="4936211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11E696-D9D7-67E3-048E-80603F311A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21FF41-B1B2-D04A-8A0A-A90E998160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544E4A-5B5C-3341-99E5-E104859854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9E352-9704-594E-BAD1-167251E51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6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9200A-5F39-EB36-4116-B2C1717CC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61174" y="6295058"/>
            <a:ext cx="1339925" cy="323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Acumin Pro" panose="020B0504020202020204" pitchFamily="34" charset="77"/>
              </a:defRPr>
            </a:lvl1pPr>
          </a:lstStyle>
          <a:p>
            <a:pPr algn="r"/>
            <a:r>
              <a:rPr lang="en-US" dirty="0"/>
              <a:t>3/31/23            </a:t>
            </a:r>
            <a:fld id="{9F076166-0C3B-2C4F-B933-99EF0896CC39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064" y="1192696"/>
            <a:ext cx="8450036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706" r:id="rId13"/>
    <p:sldLayoutId id="2147483705" r:id="rId14"/>
    <p:sldLayoutId id="2147483707" r:id="rId15"/>
    <p:sldLayoutId id="2147483713" r:id="rId16"/>
    <p:sldLayoutId id="2147483709" r:id="rId17"/>
    <p:sldLayoutId id="2147483710" r:id="rId18"/>
    <p:sldLayoutId id="2147483653" r:id="rId19"/>
    <p:sldLayoutId id="2147483690" r:id="rId20"/>
    <p:sldLayoutId id="2147483704" r:id="rId21"/>
    <p:sldLayoutId id="2147483692" r:id="rId22"/>
    <p:sldLayoutId id="2147483693" r:id="rId23"/>
    <p:sldLayoutId id="2147483691" r:id="rId24"/>
    <p:sldLayoutId id="2147483703" r:id="rId25"/>
  </p:sldLayoutIdLst>
  <p:hf sldNum="0" hdr="0" dt="0"/>
  <p:txStyles>
    <p:titleStyle>
      <a:lvl1pPr algn="l" defTabSz="685800" rtl="0" eaLnBrk="1" fontAlgn="b" latinLnBrk="0" hangingPunct="1">
        <a:lnSpc>
          <a:spcPct val="90000"/>
        </a:lnSpc>
        <a:spcBef>
          <a:spcPct val="0"/>
        </a:spcBef>
        <a:buNone/>
        <a:defRPr lang="en-US" sz="36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7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2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None/>
        <a:defRPr sz="105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7.xml"/><Relationship Id="rId4" Type="http://schemas.openxmlformats.org/officeDocument/2006/relationships/hyperlink" Target="https://www.adafruit.com/product/5765?srsltid=AfmBOopJ0GaTkt9ax3e-tKPU2cpgIAgpI5jiQ-VPP9qnBu_cebIntSOo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cumin Pro Condensed Semibold" panose="020B0506020202020204" pitchFamily="34" charset="77"/>
              </a:rPr>
              <a:t>Week 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Keel Bone Chicken Project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06/22/26</a:t>
            </a:r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D8EB3F-62C8-9AC5-2CE0-70DBBE67BD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Weekly Progress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F1C29-FDCE-BED1-CD5A-C89760CA96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Hardware Updates: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Agriculture Supplies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Testing Updates: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Access to Professor Wu’s lab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Database Updates: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Database Development still in Progress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PCB Updates: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New Routing done and waiting on validation from DL-Engineering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Next Week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Goals for next week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583019-436C-2C67-C2A5-1274BCF96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398AA-5631-3872-C08C-B7AA27779D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2/8</a:t>
            </a:r>
          </a:p>
        </p:txBody>
      </p:sp>
    </p:spTree>
    <p:extLst>
      <p:ext uri="{BB962C8B-B14F-4D97-AF65-F5344CB8AC3E}">
        <p14:creationId xmlns:p14="http://schemas.microsoft.com/office/powerpoint/2010/main" val="834843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E002918-4C4C-8305-BDC0-A44B910F69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021" b="18401"/>
          <a:stretch>
            <a:fillRect/>
          </a:stretch>
        </p:blipFill>
        <p:spPr>
          <a:xfrm>
            <a:off x="4891490" y="1643074"/>
            <a:ext cx="3909610" cy="2055591"/>
          </a:xfrm>
          <a:prstGeom prst="rect">
            <a:avLst/>
          </a:prstGeo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3750C93-1DB2-1B4E-D7B4-DAE64F3B8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</p:spPr>
        <p:txBody>
          <a:bodyPr anchor="ctr">
            <a:normAutofit/>
          </a:bodyPr>
          <a:lstStyle/>
          <a:p>
            <a:r>
              <a:rPr lang="en-US" dirty="0"/>
              <a:t>Hardware Supplies	</a:t>
            </a:r>
          </a:p>
        </p:txBody>
      </p:sp>
      <p:pic>
        <p:nvPicPr>
          <p:cNvPr id="8" name="Picture 7" descr="Angled shot of 100mm long 3-pin JST-SH cable with socket connectors.">
            <a:extLst>
              <a:ext uri="{FF2B5EF4-FFF2-40B4-BE49-F238E27FC236}">
                <a16:creationId xmlns:a16="http://schemas.microsoft.com/office/drawing/2014/main" id="{804B92E1-AB29-AEA8-6BFF-114BF458FB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9896"/>
          <a:stretch>
            <a:fillRect/>
          </a:stretch>
        </p:blipFill>
        <p:spPr>
          <a:xfrm>
            <a:off x="4891490" y="3884038"/>
            <a:ext cx="3909610" cy="2055591"/>
          </a:xfrm>
          <a:prstGeom prst="rect">
            <a:avLst/>
          </a:prstGeom>
          <a:noFill/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340473E-4EB9-E24C-3405-B49E8CB0171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2900" y="954291"/>
            <a:ext cx="8458200" cy="365760"/>
          </a:xfrm>
        </p:spPr>
        <p:txBody>
          <a:bodyPr>
            <a:normAutofit/>
          </a:bodyPr>
          <a:lstStyle/>
          <a:p>
            <a:r>
              <a:rPr lang="en-US" dirty="0"/>
              <a:t>Agriculture Supplies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32C721-FFB5-F4D3-F492-8908C4F62651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Supplies requested from Agriculture department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sz="1800"/>
              <a:t>4 Micro USB connectors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sz="1800"/>
              <a:t>3 Connectors (JST to single female </a:t>
            </a:r>
            <a:r>
              <a:rPr lang="en-US" sz="1800" err="1"/>
              <a:t>dupont</a:t>
            </a:r>
            <a:r>
              <a:rPr lang="en-US" sz="180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4"/>
              </a:rPr>
              <a:t>3 Connectors: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4 Micro USB connectors: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Should we purchase them or allow the Agriculture department to purchase them?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6CCB3FF8-DEA2-2AF5-946D-7FADDE371E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91295" y="3395950"/>
            <a:ext cx="3909707" cy="302715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3D9CB1D-DBFB-0E03-699C-E2C0FCD3168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891295" y="5636914"/>
            <a:ext cx="3909610" cy="30271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A6BEC-8D40-1EC5-82AA-0E56C18BFE6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7461174" y="6295058"/>
            <a:ext cx="1339925" cy="32397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/>
              <a:t>3/31/23            ‹#›</a:t>
            </a:r>
          </a:p>
        </p:txBody>
      </p:sp>
    </p:spTree>
    <p:extLst>
      <p:ext uri="{BB962C8B-B14F-4D97-AF65-F5344CB8AC3E}">
        <p14:creationId xmlns:p14="http://schemas.microsoft.com/office/powerpoint/2010/main" val="25562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BB17BE6-9D4C-7A0D-A9BF-0CE71CF3E4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Access to Professor Wu’s lab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387A5-D6D0-1A85-EE25-587273EC19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Pedro Barbosa (PhD candidate)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Able to let me in to allow me to do the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See if any further access or authorization is required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Testing specifically for piezoelectric devices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78D5F1B-22D0-796A-B578-AF1B7786E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Testing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4B882-D79B-D2C6-E251-9AFF943BCDE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247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7E770FC-C7A0-159A-384A-25A1BE28FE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Database Development still in Progress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E67667-F6AC-4710-21C0-8DB37FBC50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Testing backend requests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Finding a more convenient way to extract certain periods of data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Was initially custom (0-60 minutes)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Want to make intervals for easier exporting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en-US" dirty="0"/>
              <a:t>10 min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en-US" dirty="0"/>
              <a:t>60 min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en-US" dirty="0"/>
              <a:t>3 hours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en-US" dirty="0"/>
              <a:t>Etc.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Find a good match which doesn’t overload the backend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Information about tech stack: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24217C1-9BFB-6400-6D26-85328B7D3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08220-2843-7FDD-8BC3-753AE824F0B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23BC3-E2E0-69EE-6576-2CBF9D022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266" y="4223170"/>
            <a:ext cx="5888717" cy="1834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151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B324C49-E06D-8D41-7023-850085B0D1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New Routing done and waiting on validation from DL-Engineering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D84161-00C8-9B43-2CC3-EBBDAB6544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Finalized routing done and waiting on DL-Engineering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Need to validate with </a:t>
            </a:r>
            <a:r>
              <a:rPr lang="en-US" dirty="0" err="1"/>
              <a:t>Powercast</a:t>
            </a:r>
            <a:r>
              <a:rPr lang="en-US" dirty="0"/>
              <a:t> to ensure device will work on 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Seen below: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9889252-5235-EE66-386F-920E47DEE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PCB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6917D-7451-70CE-BECC-E12F52954CE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C09BD0-67F3-23B4-E097-FE08A70B6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400" y="2302269"/>
            <a:ext cx="4877108" cy="4316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930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A906C6D-FC50-8590-63C1-71685CCA64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Goals for next week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EA2F54-1ABF-E520-B82B-EAB7AFF8CC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Coordinate with Pedro at Professor Wu’s lab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Continue Database Development Efforts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Make </a:t>
            </a:r>
            <a:r>
              <a:rPr lang="en-US"/>
              <a:t>final changes to PCB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122A3F4-B598-1D52-833A-78F75CFCC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279E9-6F6C-7B56-C52C-13E002C3B7F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733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2CBA-026F-7E96-546F-23B8813A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FBDCD-BC38-D4A8-A210-EA02F26100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Purdue Polytechnic Institute</a:t>
            </a:r>
          </a:p>
        </p:txBody>
      </p:sp>
    </p:spTree>
    <p:extLst>
      <p:ext uri="{BB962C8B-B14F-4D97-AF65-F5344CB8AC3E}">
        <p14:creationId xmlns:p14="http://schemas.microsoft.com/office/powerpoint/2010/main" val="3555266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M-23-645083-Purdue-Standard-20230329" id="{27BFFCF5-3893-564F-9D79-7211049AF84A}" vid="{DA483483-262C-8944-9745-BAAE73176D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3" ma:contentTypeDescription="Create a new document." ma:contentTypeScope="" ma:versionID="309c718596e4092f54ce9aa93358bb8d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0c34f3e70276db9d2471c2526b8de3df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1DE0D6C-581B-4814-98E7-EF172D5D46A1}">
  <ds:schemaRefs>
    <ds:schemaRef ds:uri="37af3f4b-4b66-46f9-8456-831d9bc3e737"/>
    <ds:schemaRef ds:uri="http://schemas.openxmlformats.org/package/2006/metadata/core-properties"/>
    <ds:schemaRef ds:uri="http://purl.org/dc/terms/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d6656b4d-3fa0-4709-acfb-d5e813445d1e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4D795B0-FAA0-424A-9B96-7691ED1EF2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af3f4b-4b66-46f9-8456-831d9bc3e737"/>
    <ds:schemaRef ds:uri="d6656b4d-3fa0-4709-acfb-d5e813445d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35237</TotalTime>
  <Words>263</Words>
  <Application>Microsoft Office PowerPoint</Application>
  <PresentationFormat>On-screen Show (4:3)</PresentationFormat>
  <Paragraphs>64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Wingdings</vt:lpstr>
      <vt:lpstr>Franklin Gothic Book</vt:lpstr>
      <vt:lpstr>Acumin Pro Medium</vt:lpstr>
      <vt:lpstr>Arial</vt:lpstr>
      <vt:lpstr>Acumin Pro Condensed Semibold</vt:lpstr>
      <vt:lpstr>Franklin Gothic Medium</vt:lpstr>
      <vt:lpstr>Acumin Pro Semibold</vt:lpstr>
      <vt:lpstr>Acumin Pro</vt:lpstr>
      <vt:lpstr>Calibri</vt:lpstr>
      <vt:lpstr>Franklin Gothic Medium Cond</vt:lpstr>
      <vt:lpstr>Office Theme</vt:lpstr>
      <vt:lpstr>Week 5</vt:lpstr>
      <vt:lpstr>This Week</vt:lpstr>
      <vt:lpstr>Hardware Supplies </vt:lpstr>
      <vt:lpstr>Testing Updates</vt:lpstr>
      <vt:lpstr>Database Updates</vt:lpstr>
      <vt:lpstr>PCB Updates</vt:lpstr>
      <vt:lpstr>Next Week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Ramona McCarthy</dc:creator>
  <cp:lastModifiedBy>Nathan Mingkuan Huang</cp:lastModifiedBy>
  <cp:revision>113</cp:revision>
  <cp:lastPrinted>2026-05-25T08:08:19Z</cp:lastPrinted>
  <dcterms:created xsi:type="dcterms:W3CDTF">2023-02-16T02:16:06Z</dcterms:created>
  <dcterms:modified xsi:type="dcterms:W3CDTF">2026-06-22T16:32:28Z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2023-02-20T19:00:53Z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b33bf962-ed92-4dd9-bc75-9825fb79b2e3</vt:lpwstr>
  </property>
  <property fmtid="{D5CDD505-2E9C-101B-9397-08002B2CF9AE}" pid="8" name="MSIP_Label_4044bd30-2ed7-4c9d-9d12-46200872a97b_ContentBits">
    <vt:lpwstr>0</vt:lpwstr>
  </property>
  <property fmtid="{D5CDD505-2E9C-101B-9397-08002B2CF9AE}" pid="9" name="ContentTypeId">
    <vt:lpwstr>0x01010054E202481DC1CB46AA011D949D311478</vt:lpwstr>
  </property>
  <property fmtid="{D5CDD505-2E9C-101B-9397-08002B2CF9AE}" pid="10" name="MediaServiceImageTags">
    <vt:lpwstr/>
  </property>
</Properties>
</file>