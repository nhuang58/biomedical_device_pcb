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5"/>
  </p:notesMasterIdLst>
  <p:sldIdLst>
    <p:sldId id="267" r:id="rId5"/>
    <p:sldId id="279" r:id="rId6"/>
    <p:sldId id="287" r:id="rId7"/>
    <p:sldId id="288" r:id="rId8"/>
    <p:sldId id="289" r:id="rId9"/>
    <p:sldId id="290" r:id="rId10"/>
    <p:sldId id="291" r:id="rId11"/>
    <p:sldId id="292" r:id="rId12"/>
    <p:sldId id="286" r:id="rId13"/>
    <p:sldId id="277" r:id="rId14"/>
  </p:sldIdLst>
  <p:sldSz cx="9144000" cy="6858000" type="screen4x3"/>
  <p:notesSz cx="6858000" cy="9144000"/>
  <p:embeddedFontLst>
    <p:embeddedFont>
      <p:font typeface="Acumin Pro Condensed Semibold" panose="020B0604020202020204" charset="0"/>
      <p:regular r:id="rId16"/>
      <p:bold r:id="rId17"/>
      <p:italic r:id="rId18"/>
      <p:boldItalic r:id="rId19"/>
    </p:embeddedFont>
    <p:embeddedFont>
      <p:font typeface="Acumin Pro Medium" panose="020B0604020202020204" charset="0"/>
      <p:regular r:id="rId20"/>
      <p:italic r:id="rId21"/>
    </p:embeddedFont>
    <p:embeddedFont>
      <p:font typeface="Franklin Gothic Book" panose="020B0503020102020204" pitchFamily="34" charset="0"/>
      <p:regular r:id="rId22"/>
      <p:italic r:id="rId23"/>
    </p:embeddedFont>
    <p:embeddedFont>
      <p:font typeface="Franklin Gothic Medium" panose="020B0603020102020204" pitchFamily="34" charset="0"/>
      <p:regular r:id="rId24"/>
      <p:italic r:id="rId25"/>
    </p:embeddedFont>
    <p:embeddedFont>
      <p:font typeface="Franklin Gothic Medium Cond" panose="020B0606030402020204" pitchFamily="3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23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464"/>
    <p:restoredTop sz="95884"/>
  </p:normalViewPr>
  <p:slideViewPr>
    <p:cSldViewPr snapToGrid="0">
      <p:cViewPr varScale="1">
        <p:scale>
          <a:sx n="80" d="100"/>
          <a:sy n="80" d="100"/>
        </p:scale>
        <p:origin x="388" y="64"/>
      </p:cViewPr>
      <p:guideLst>
        <p:guide orient="horz" pos="1080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9.fntdata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7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31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2BBC47-D7E9-E849-BE67-7366DB408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77278"/>
            <a:ext cx="7144105" cy="534037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29339"/>
            <a:ext cx="7144105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93720"/>
            <a:ext cx="714410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17643"/>
            <a:ext cx="7183861" cy="583733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17147"/>
            <a:ext cx="7183861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79275"/>
            <a:ext cx="7183861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AC34E1-E044-0445-842B-2F1F9D1C92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5049077"/>
            <a:ext cx="8450036" cy="685801"/>
          </a:xfrm>
        </p:spPr>
        <p:txBody>
          <a:bodyPr>
            <a:normAutofit/>
          </a:bodyPr>
          <a:lstStyle>
            <a:lvl1pPr algn="ctr" fontAlgn="b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229" y="5754757"/>
            <a:ext cx="8450036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BCA5A-C755-0E4A-878C-D1822540E2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9144000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A0E95C-D44C-0BD3-29E1-C39EBAC823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226450-0A2C-4A4B-95A5-6E0D1BC45A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317D3B-55CD-0048-B746-CB10A28D4E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72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1064" y="1543324"/>
            <a:ext cx="8450036" cy="4454706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54FE2-5844-7885-7089-16924C393E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F76393-33C8-0244-A117-D97655079C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31868" y="1543324"/>
            <a:ext cx="4069232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23E79-165A-C0A0-34F4-D4CD4FAC54E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EEFC3C-29D1-EA4A-9C0C-4952B61838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6" y="1543324"/>
            <a:ext cx="2630674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256663" y="1543324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82353" y="1543323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20F0F-7917-55BD-382B-A4E02410819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2896B7-E91D-CD4D-A891-824CE769B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5" y="3652273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4" y="1543324"/>
            <a:ext cx="410230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706959" y="1543324"/>
            <a:ext cx="4094045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8697" y="3652272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1641B97-9FFC-02AC-9A83-AD9CF1F958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D58084-BB32-E44F-B6BE-79DC4BE0EE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6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4"/>
            <a:ext cx="265085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52731" y="1543325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44470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154204" y="1532308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45943" y="3641256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39C530-4D1F-8F28-146E-3ECC4BBCE9E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4C2680-37A6-C442-ACC9-0E1A4F33FD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2" y="457200"/>
            <a:ext cx="3236117" cy="964096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2902" y="1570384"/>
            <a:ext cx="3236117" cy="429860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904" y="457200"/>
            <a:ext cx="4997195" cy="541178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4977-AD33-556A-2AED-7416F7D439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2DB49B-3FD4-EF4C-B023-17613C9AF5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715222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35B86-20D4-13D9-0376-A64DF5C38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AF4890-83F2-1B4C-9129-0943FD5BE6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1065" y="1543324"/>
            <a:ext cx="4397009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1820" y="1543322"/>
            <a:ext cx="3847445" cy="4307573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614933" y="3795305"/>
            <a:ext cx="2133141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51065" y="3795304"/>
            <a:ext cx="2133141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A9D6A4-F44C-720B-EF21-A331231A64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06DF57-624C-3D4C-9311-96AE05CC4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6571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42900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243828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161085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3227499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161085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310242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326571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227499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6144756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3211170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6144756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D3EBD5-219C-5B88-5FAA-E3535228FBD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EDCCCDC-B335-96CB-3A28-8C862E3B1B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166CBA-B0A5-A540-9E01-87761E8E4E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6" y="1542763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508047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677415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846782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382716" y="3651151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3556027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5725394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B1371B0-95CE-4462-18BB-F77CBC19BF8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31A4A5-899F-8948-AFF2-A9EECA71DA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891490" y="3884038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91295" y="3395950"/>
            <a:ext cx="3909707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4891392" y="5636914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891295" y="5636914"/>
            <a:ext cx="3909610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785C5DB-355E-CD09-6EF5-58F892E8FB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CE55CF-AD39-6942-BAFD-73E57A01F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965414" y="3884038"/>
            <a:ext cx="1835685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891490" y="3879120"/>
            <a:ext cx="1896687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28867" y="3395950"/>
            <a:ext cx="3872135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4884613" y="5631998"/>
            <a:ext cx="1884248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Acumin Pro" panose="020B0504020202020204" pitchFamily="34" charset="77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921990" y="5631998"/>
            <a:ext cx="1866186" cy="3027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6965414" y="5641704"/>
            <a:ext cx="1823956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002791" y="5641704"/>
            <a:ext cx="1806473" cy="30271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E9F3313-6532-97CE-1E0D-3A21EA40A39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3389377-4D07-D241-8D0E-8A871D181F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5953857" y="1315895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3315718" y="1315896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677578" y="1315897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629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458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963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791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4102" y="143391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931" y="4043274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F278F-8AAE-FA0B-4B47-AB0FFECE6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856F49F-59AA-23FB-4600-EC4D944973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458" y="2040673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CA6E053-97C0-F5A8-A5C6-62806699EADE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3464791" y="2040672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823F7D4-DD74-2A27-4C24-052C4575CCDF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6102931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77476EE-9BD3-9249-BC1B-491B99321F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5953662" y="1315893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3315523" y="1315894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677384" y="1315895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435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769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marL="0" marR="0" lvl="0" indent="0" algn="ctr" defTabSz="685800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908" y="143391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264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3453661" y="2065259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264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597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736" y="4043272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097061" y="2071425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DDE6D-DD47-E873-4306-EBFC1F91F6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911DA62-F518-7447-BD47-16E2421CCA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756438" y="1660596"/>
            <a:ext cx="1438515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758505" y="2160555"/>
            <a:ext cx="1436449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2284078" y="1660596"/>
            <a:ext cx="1438515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2286144" y="2160555"/>
            <a:ext cx="1436449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3811718" y="1660596"/>
            <a:ext cx="1438515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3813784" y="2160555"/>
            <a:ext cx="1436449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5339357" y="1660596"/>
            <a:ext cx="1438515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5341424" y="2160555"/>
            <a:ext cx="1436449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6866999" y="1660596"/>
            <a:ext cx="1438515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6869065" y="2160555"/>
            <a:ext cx="1436449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6438" y="1783909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407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1171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935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67000" y="1770870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487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2381484" y="2299864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390912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543676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6964405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58850-3E44-9220-12DF-98BC6F729C5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976A537-883F-374A-AD56-EC40D05206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4"/>
            <a:ext cx="4936211" cy="6867524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-944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0ED9A8-0DA3-BC24-94A1-086C8ECA8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DBD18-96E0-3342-A809-2FF8511966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5"/>
            <a:ext cx="4936211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11E696-D9D7-67E3-048E-80603F311A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21FF41-B1B2-D04A-8A0A-A90E998160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44E4A-5B5C-3341-99E5-E104859854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9E352-9704-594E-BAD1-167251E51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6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9200A-5F39-EB36-4116-B2C1717CC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61174" y="6295058"/>
            <a:ext cx="1339925" cy="323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Acumin Pro" panose="020B0504020202020204" pitchFamily="34" charset="77"/>
              </a:defRPr>
            </a:lvl1pPr>
          </a:lstStyle>
          <a:p>
            <a:pPr algn="r"/>
            <a:r>
              <a:rPr lang="en-US" dirty="0"/>
              <a:t>3/31/23            </a:t>
            </a:r>
            <a:fld id="{9F076166-0C3B-2C4F-B933-99EF0896CC39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064" y="1192696"/>
            <a:ext cx="8450036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706" r:id="rId13"/>
    <p:sldLayoutId id="2147483705" r:id="rId14"/>
    <p:sldLayoutId id="2147483707" r:id="rId15"/>
    <p:sldLayoutId id="2147483713" r:id="rId16"/>
    <p:sldLayoutId id="2147483709" r:id="rId17"/>
    <p:sldLayoutId id="2147483710" r:id="rId18"/>
    <p:sldLayoutId id="2147483653" r:id="rId19"/>
    <p:sldLayoutId id="2147483690" r:id="rId20"/>
    <p:sldLayoutId id="2147483704" r:id="rId21"/>
    <p:sldLayoutId id="2147483692" r:id="rId22"/>
    <p:sldLayoutId id="2147483693" r:id="rId23"/>
    <p:sldLayoutId id="2147483691" r:id="rId24"/>
    <p:sldLayoutId id="2147483703" r:id="rId25"/>
  </p:sldLayoutIdLst>
  <p:hf sldNum="0" hdr="0" dt="0"/>
  <p:txStyles>
    <p:titleStyle>
      <a:lvl1pPr algn="l" defTabSz="685800" rtl="0" eaLnBrk="1" fontAlgn="b" latinLnBrk="0" hangingPunct="1">
        <a:lnSpc>
          <a:spcPct val="90000"/>
        </a:lnSpc>
        <a:spcBef>
          <a:spcPct val="0"/>
        </a:spcBef>
        <a:buNone/>
        <a:defRPr lang="en-US" sz="36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7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2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None/>
        <a:defRPr sz="105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cumin Pro Condensed Semibold" panose="020B0506020202020204" pitchFamily="34" charset="77"/>
              </a:rPr>
              <a:t>Week 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Keel Bone Chicken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06/08/26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D8EB3F-62C8-9AC5-2CE0-70DBBE67BD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Weekly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F1C29-FDCE-BED1-CD5A-C89760CA96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Collection Updates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Database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Database Setup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Database Extraction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Database Beta Version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Sensor Testing Updates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Next Week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583019-436C-2C67-C2A5-1274BCF9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398AA-5631-3872-C08C-B7AA27779D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2/8</a:t>
            </a:r>
          </a:p>
        </p:txBody>
      </p:sp>
    </p:spTree>
    <p:extLst>
      <p:ext uri="{BB962C8B-B14F-4D97-AF65-F5344CB8AC3E}">
        <p14:creationId xmlns:p14="http://schemas.microsoft.com/office/powerpoint/2010/main" val="834843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E19862-187B-D9AD-55B3-CA63FE218E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Agriculture Updates on Farm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7188DD-4ADF-42CC-9280-E1B4BBA8AD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Device taken to farm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Undergraduate student allowed to test and collect data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Collected for around ~2 hours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Documentation for device given to Sara (Post-doc) and Undergraduate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Hopefully setup was successful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May be bugs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Sara requested I check the data collected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10CCF43-6879-2067-ED0A-87AC75B1F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Collection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85E2C-D8A3-6CC9-6FCB-F8D3FA5DDC9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888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49B4B1E-3EF7-F449-8EB7-A623C23DD1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Database Setup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665C6-2564-B199-3A1B-88A85BAAB9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Connecting to MongoDB compass in the new cluster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Added secure user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User will be able to change databases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Others will only be able to read databases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A243C9-3734-958E-C988-57E1D7FE4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9BB8F-A3E5-0AD4-9AAB-225465C358E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4A8C4F-0883-FFFA-105F-98C68B501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64" y="3180521"/>
            <a:ext cx="3578721" cy="23652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64ABD7-2B83-2E72-37AF-D95BB6333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4667" y="3013544"/>
            <a:ext cx="4048268" cy="2443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339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89DBED1-9BE9-929B-7DD8-291F7F0CD4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Copied Signing Key to Database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91CB66-4FFE-F7FC-2DD1-3C07F7CA1D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Set the signing key in Visual Studio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Copied into the .ENV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Downloaded Node.js for development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71A3CB2-1332-56FC-F9FA-2958CDACD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08572-ABEE-A693-E420-8AC9CE4B35C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99263-F2CD-09F0-A7E0-D7BF8B15D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0573" y="3082855"/>
            <a:ext cx="4150851" cy="31384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05F6C7-54CD-133E-138D-540F3A873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64" y="4694753"/>
            <a:ext cx="5659655" cy="1414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126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F8038B-7CD9-BA45-0EAD-D784599248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Database Extraction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3ACBA-84F3-4B43-D0E4-27225483AB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Began calling attributes in the terminal to be transferred over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Database calls appear to be working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Have to write unit tests to confirm this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DEAC0E7-A790-1A78-F743-EE9CAB2BC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7772D-0386-38F6-D659-41F9123D59B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F50A16-E451-69B2-0B51-E4FE9238B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7040" y="3987168"/>
            <a:ext cx="4966960" cy="18351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399EE0-9C22-450E-25D2-1EAC0A7A8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3734601"/>
            <a:ext cx="4262488" cy="208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046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4528F3-90DB-4AE4-A1D8-24438EBA19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Database Beta Version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234AB-C052-CD5C-A35E-98BB8E70EF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Will host a localhost version on server 5000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Set the </a:t>
            </a:r>
            <a:r>
              <a:rPr lang="en-US" dirty="0" err="1"/>
              <a:t>backend_url</a:t>
            </a:r>
            <a:r>
              <a:rPr lang="en-US" dirty="0"/>
              <a:t> to be constant for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Only applicable to my development environment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833DC70-2F07-CBF1-9B64-4DC2C2892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22131-ED59-6752-1F13-8DDB3217255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C7636F-F4C5-12A6-07F6-D698D0C97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290" y="2750702"/>
            <a:ext cx="6014884" cy="300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270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27762E-6F4B-C95D-F1F7-0117F1BA51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Inquiries on force testing machine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A8F7B-D19E-B894-15CE-B617575B14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Force in-out testing, not sufficient equipment at lab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precise equipment at Prof. </a:t>
            </a:r>
            <a:r>
              <a:rPr lang="en-US" dirty="0" err="1"/>
              <a:t>Wenzhuo</a:t>
            </a:r>
            <a:r>
              <a:rPr lang="en-US" dirty="0"/>
              <a:t> Wu’s lab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Will contact him later this week about a visit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5A41469-7F25-297B-BA5B-BE7ED70B4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Sensor Testing Updates	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0CDE0-55A2-EE6F-0989-FA4C3F4DD69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408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D72587-DF24-E361-3C87-CFAE3C408C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Next Week’s Plan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C18513-FBE2-EBBB-125E-FA48BA6B1B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8C5F57F-D41F-FAF8-68C5-CD8D95AF8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33180-B8A6-C9B8-09AC-F39A8DDB0F4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7/8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8677F4A-0EE5-8488-2CEF-7324D0597EC2}"/>
              </a:ext>
            </a:extLst>
          </p:cNvPr>
          <p:cNvSpPr txBox="1">
            <a:spLocks/>
          </p:cNvSpPr>
          <p:nvPr/>
        </p:nvSpPr>
        <p:spPr>
          <a:xfrm>
            <a:off x="495300" y="1695724"/>
            <a:ext cx="8450035" cy="4454706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>
            <a:lvl1pPr marL="0" indent="0" algn="l" defTabSz="685800" rtl="0" eaLnBrk="1" fontAlgn="t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1800" b="0" i="0" kern="1200" baseline="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FC558E6-A532-FE38-9520-F82ABF1096A5}"/>
              </a:ext>
            </a:extLst>
          </p:cNvPr>
          <p:cNvSpPr txBox="1">
            <a:spLocks/>
          </p:cNvSpPr>
          <p:nvPr/>
        </p:nvSpPr>
        <p:spPr>
          <a:xfrm>
            <a:off x="647700" y="1848124"/>
            <a:ext cx="8450035" cy="4454706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>
            <a:lvl1pPr marL="0" indent="0" algn="l" defTabSz="685800" rtl="0" eaLnBrk="1" fontAlgn="t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1800" b="0" i="0" kern="1200" baseline="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Analyze data collected from web logger in the Agriculture trial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See if any bugs arose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Verify the entire length of data is being collected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Contact Professor Wu about the Force sensor testing unit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Contact DL-Engineering for boards</a:t>
            </a:r>
          </a:p>
        </p:txBody>
      </p:sp>
    </p:spTree>
    <p:extLst>
      <p:ext uri="{BB962C8B-B14F-4D97-AF65-F5344CB8AC3E}">
        <p14:creationId xmlns:p14="http://schemas.microsoft.com/office/powerpoint/2010/main" val="1589025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FBDCD-BC38-D4A8-A210-EA02F2610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Purdue Polytechnic Institute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Standard-20230329" id="{27BFFCF5-3893-564F-9D79-7211049AF84A}" vid="{DA483483-262C-8944-9745-BAAE73176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3" ma:contentTypeDescription="Create a new document." ma:contentTypeScope="" ma:versionID="309c718596e4092f54ce9aa93358bb8d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0c34f3e70276db9d2471c2526b8de3df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Props1.xml><?xml version="1.0" encoding="utf-8"?>
<ds:datastoreItem xmlns:ds="http://schemas.openxmlformats.org/officeDocument/2006/customXml" ds:itemID="{64D795B0-FAA0-424A-9B96-7691ED1EF2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1DE0D6C-581B-4814-98E7-EF172D5D46A1}">
  <ds:schemaRefs>
    <ds:schemaRef ds:uri="37af3f4b-4b66-46f9-8456-831d9bc3e737"/>
    <ds:schemaRef ds:uri="http://schemas.openxmlformats.org/package/2006/metadata/core-properties"/>
    <ds:schemaRef ds:uri="http://purl.org/dc/terms/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d6656b4d-3fa0-4709-acfb-d5e813445d1e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35202</TotalTime>
  <Words>291</Words>
  <Application>Microsoft Office PowerPoint</Application>
  <PresentationFormat>On-screen Show (4:3)</PresentationFormat>
  <Paragraphs>70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Acumin Pro Condensed Semibold</vt:lpstr>
      <vt:lpstr>Franklin Gothic Book</vt:lpstr>
      <vt:lpstr>Franklin Gothic Medium</vt:lpstr>
      <vt:lpstr>Acumin Pro Semibold</vt:lpstr>
      <vt:lpstr>Franklin Gothic Medium Cond</vt:lpstr>
      <vt:lpstr>Arial</vt:lpstr>
      <vt:lpstr>Acumin Pro</vt:lpstr>
      <vt:lpstr>Calibri</vt:lpstr>
      <vt:lpstr>Wingdings</vt:lpstr>
      <vt:lpstr>Acumin Pro Medium</vt:lpstr>
      <vt:lpstr>Office Theme</vt:lpstr>
      <vt:lpstr>Week 4</vt:lpstr>
      <vt:lpstr>This Week</vt:lpstr>
      <vt:lpstr>Data Collection Updates</vt:lpstr>
      <vt:lpstr>Database Updates</vt:lpstr>
      <vt:lpstr>Database Updates</vt:lpstr>
      <vt:lpstr>Database Updates</vt:lpstr>
      <vt:lpstr>Database Updates</vt:lpstr>
      <vt:lpstr>Sensor Testing Updates </vt:lpstr>
      <vt:lpstr>Next Week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Ramona McCarthy</dc:creator>
  <cp:lastModifiedBy>Nathan Mingkuan Huang</cp:lastModifiedBy>
  <cp:revision>112</cp:revision>
  <cp:lastPrinted>2026-05-25T08:08:19Z</cp:lastPrinted>
  <dcterms:created xsi:type="dcterms:W3CDTF">2023-02-16T02:16:06Z</dcterms:created>
  <dcterms:modified xsi:type="dcterms:W3CDTF">2026-06-10T16:53:20Z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