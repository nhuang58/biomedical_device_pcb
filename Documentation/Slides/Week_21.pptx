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5"/>
  </p:notesMasterIdLst>
  <p:sldIdLst>
    <p:sldId id="267" r:id="rId5"/>
    <p:sldId id="279" r:id="rId6"/>
    <p:sldId id="301" r:id="rId7"/>
    <p:sldId id="303" r:id="rId8"/>
    <p:sldId id="302" r:id="rId9"/>
    <p:sldId id="305" r:id="rId10"/>
    <p:sldId id="307" r:id="rId11"/>
    <p:sldId id="299" r:id="rId12"/>
    <p:sldId id="300" r:id="rId13"/>
    <p:sldId id="277" r:id="rId14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6"/>
      <p:bold r:id="rId17"/>
      <p:italic r:id="rId18"/>
      <p:boldItalic r:id="rId19"/>
    </p:embeddedFont>
    <p:embeddedFont>
      <p:font typeface="Acumin Pro Medium" panose="020B0604020202020204" pitchFamily="34" charset="77"/>
      <p:regular r:id="rId20"/>
      <p:italic r:id="rId21"/>
    </p:embeddedFont>
    <p:embeddedFont>
      <p:font typeface="Franklin Gothic Book" panose="020B0503020102020204" pitchFamily="34" charset="0"/>
      <p:regular r:id="rId22"/>
      <p:italic r:id="rId23"/>
    </p:embeddedFont>
    <p:embeddedFont>
      <p:font typeface="Franklin Gothic Medium" panose="020B0603020102020204" pitchFamily="34" charset="0"/>
      <p:regular r:id="rId24"/>
      <p:italic r:id="rId25"/>
    </p:embeddedFont>
    <p:embeddedFont>
      <p:font typeface="Franklin Gothic Medium Cond" panose="020B0606030402020204" pitchFamily="3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377"/>
  </p:normalViewPr>
  <p:slideViewPr>
    <p:cSldViewPr snapToGrid="0">
      <p:cViewPr varScale="1">
        <p:scale>
          <a:sx n="107" d="100"/>
          <a:sy n="107" d="100"/>
        </p:scale>
        <p:origin x="776" y="168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9.fntdata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5D88-A255-52C6-2FDC-9B0AEF5C8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0B72A-C76C-40CC-3228-A2947D3C2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D5DC2-2078-8017-324F-BAF21946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7CB2B-E8AE-EE2F-5C11-E60A6EC08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08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digikey.com/short/p757fqdw" TargetMode="Externa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7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02/20/26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Furthered Data Analysis of IMU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New Study Conducted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Verification Successful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 on RF to DC Converters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915 MHz Band Research Paper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DigiKey</a:t>
            </a:r>
            <a:r>
              <a:rPr lang="en-US" dirty="0"/>
              <a:t> Parts Ordering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Parts List Curated – F Number Required (Procurement Office)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Agriculture Components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Sent electrical components needed for study to department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B44E8-4986-DF08-4A91-2D54D2DD4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Furthered Data Analysis of IMU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DA3B7C-8DC0-5E27-C120-0AA572E3A95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 study for longer period of time ~60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were very similar (next slide)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analysis was done with the following Python script</a:t>
            </a:r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41B5732-ABA8-2922-4273-67BCAFFBA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9857" y="1543324"/>
            <a:ext cx="3973254" cy="4390338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F02A74-F9EA-4A1F-4331-B466EC5357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New Study Conducted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2F260-CBE5-DFD7-8826-BF3864FEB53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3/X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970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20235-E5A2-87CF-D656-45C1540D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48D975-3815-1676-E6AB-C8E226BC701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Verification Successful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63898-0F50-E660-2558-9B8DA411AB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seemed to match the first study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9.8 m/s^2 acceleration amplified to around 10.5-10.8 m/s^2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with magnitude and z-axis movement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Z-axis movement seemed to be the most substantial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6743305-C42A-99AF-E569-72982EE5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Furthered Data Analysis of IMU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13F2-E55B-1C1B-0902-40801C99AC9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E1D328-0E0B-310D-6CF6-F247C564F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724" y="2706960"/>
            <a:ext cx="5408450" cy="343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686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CAC61-29E2-E190-6D5E-362AE752E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voltage multi strip line&#10;&#10;AI-generated content may be incorrect.">
            <a:extLst>
              <a:ext uri="{FF2B5EF4-FFF2-40B4-BE49-F238E27FC236}">
                <a16:creationId xmlns:a16="http://schemas.microsoft.com/office/drawing/2014/main" id="{6D0A61CA-0648-052B-C929-3AAFDF1D0C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77" b="6239"/>
          <a:stretch>
            <a:fillRect/>
          </a:stretch>
        </p:blipFill>
        <p:spPr>
          <a:xfrm>
            <a:off x="4891490" y="1643074"/>
            <a:ext cx="3909610" cy="2055591"/>
          </a:xfrm>
          <a:prstGeom prst="rect">
            <a:avLst/>
          </a:prstGeo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C1A6DA5-876E-9903-91FA-219D06B33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Research on RF to DC Converters</a:t>
            </a:r>
          </a:p>
        </p:txBody>
      </p:sp>
      <p:pic>
        <p:nvPicPr>
          <p:cNvPr id="7" name="Picture 6" descr="A diagram of a network&#10;&#10;AI-generated content may be incorrect.">
            <a:extLst>
              <a:ext uri="{FF2B5EF4-FFF2-40B4-BE49-F238E27FC236}">
                <a16:creationId xmlns:a16="http://schemas.microsoft.com/office/drawing/2014/main" id="{7D2DD721-03B0-AF9E-719E-7B5EDD329B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78" r="4780" b="1"/>
          <a:stretch>
            <a:fillRect/>
          </a:stretch>
        </p:blipFill>
        <p:spPr>
          <a:xfrm>
            <a:off x="4492226" y="3884038"/>
            <a:ext cx="4308874" cy="2265516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003183-2582-D462-5A4C-39E785291A3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2900" y="954291"/>
            <a:ext cx="8458200" cy="365760"/>
          </a:xfrm>
        </p:spPr>
        <p:txBody>
          <a:bodyPr>
            <a:normAutofit/>
          </a:bodyPr>
          <a:lstStyle/>
          <a:p>
            <a:r>
              <a:rPr lang="en-US" dirty="0"/>
              <a:t>915 MHz Band Research Paper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6C40-4A51-DBF6-7ED7-010EA2DF5471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Very little circuitry needed to run the RF to DC converter successfully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Still need to acquire circuit components (harder than anticipated)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Fundamental Theory is very strong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System and Circuit Diagrams to the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Works cited on last slide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205AF-0FB0-451C-48F4-543A29DFEBE8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</p:spTree>
    <p:extLst>
      <p:ext uri="{BB962C8B-B14F-4D97-AF65-F5344CB8AC3E}">
        <p14:creationId xmlns:p14="http://schemas.microsoft.com/office/powerpoint/2010/main" val="3798299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1F1301-86F7-DB0D-C0BC-81A7F8B94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 err="1"/>
              <a:t>DigiKey</a:t>
            </a:r>
            <a:r>
              <a:rPr lang="en-US" dirty="0"/>
              <a:t> Parts Ordering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9CA37-B728-B9F3-FBA8-5ED1423C0538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 Number </a:t>
            </a:r>
            <a:r>
              <a:rPr lang="en-US" dirty="0"/>
              <a:t>needed to subvert filling out of Form 12 repetitively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DigiKey</a:t>
            </a:r>
            <a:r>
              <a:rPr lang="en-US" dirty="0"/>
              <a:t> and Mouser Orders can be filed and filled remotely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Cart for needed PCB components already setup: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>
                <a:hlinkClick r:id="rId2"/>
              </a:rPr>
              <a:t>https://www.digikey.com/short/p757fqdw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~$30 Total</a:t>
            </a:r>
          </a:p>
        </p:txBody>
      </p:sp>
      <p:pic>
        <p:nvPicPr>
          <p:cNvPr id="7" name="Picture 6" descr="Screenshot of a screenshot of a computer&#10;&#10;AI-generated content may be incorrect.">
            <a:extLst>
              <a:ext uri="{FF2B5EF4-FFF2-40B4-BE49-F238E27FC236}">
                <a16:creationId xmlns:a16="http://schemas.microsoft.com/office/drawing/2014/main" id="{80DC2DFF-9473-529C-9C2D-87C1AF510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5" r="-1" b="16855"/>
          <a:stretch>
            <a:fillRect/>
          </a:stretch>
        </p:blipFill>
        <p:spPr>
          <a:xfrm>
            <a:off x="4731868" y="1543324"/>
            <a:ext cx="4069232" cy="4390338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61F208-C6C3-7A13-2C46-ED202BF990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/>
          </a:bodyPr>
          <a:lstStyle/>
          <a:p>
            <a:r>
              <a:rPr lang="en-US" dirty="0"/>
              <a:t>Parts List Curated – F Number Required (Procurement Office)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CDDF4-9EB6-E07E-E2ED-C414A85D8C4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</p:spTree>
    <p:extLst>
      <p:ext uri="{BB962C8B-B14F-4D97-AF65-F5344CB8AC3E}">
        <p14:creationId xmlns:p14="http://schemas.microsoft.com/office/powerpoint/2010/main" val="364219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65E09E-8D57-2F96-EEC5-FBD3DC94C27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Sent electrical components needed for study to department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86C64B-108A-885C-BAAE-5EA08E64C4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200" y="1430629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USB-A -&gt; LiPo Charger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JST PH 2mm 2-Pin to Female Socket Cable - 200mm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A8AAD0-9345-A0B1-195A-429D42D8E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Agriculture Components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A0301-8D63-7744-7AC7-5E5901C26C3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F5B3C2C-CABB-856C-1FB9-55D3DC392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83" y="2386637"/>
            <a:ext cx="3341809" cy="335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Adafruit Micro-Lipo Charger for LiPo/LiIon Batt w/MicroUSB Jack connected to battery. ">
            <a:extLst>
              <a:ext uri="{FF2B5EF4-FFF2-40B4-BE49-F238E27FC236}">
                <a16:creationId xmlns:a16="http://schemas.microsoft.com/office/drawing/2014/main" id="{511769AD-F617-B924-2EDF-F5021A68D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217" y="2944609"/>
            <a:ext cx="3937000" cy="295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2920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3EE2C-E869-EFCD-766A-B2EE7BAD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672C57-F465-3B96-B3BD-325579624C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Plans &amp; Blockers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571E8-BE29-703B-B58C-A63EE3C73F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Begin foundations of research paper (Overleaf)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Ensure that agriculture study has gone successfully and there are no blockers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 American PCB vendors to order assembled PCB from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Unable to use Chinese vendors (</a:t>
            </a:r>
            <a:r>
              <a:rPr lang="en-US" dirty="0" err="1"/>
              <a:t>PCBWay</a:t>
            </a:r>
            <a:r>
              <a:rPr lang="en-US" dirty="0"/>
              <a:t>, JLCPCB) anymore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79CA14-A166-E4A5-0FF4-AEC5C28F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E36D6-5529-D593-8824-84A72BC8A3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301164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BEEAEB-3CBD-3030-4841-1424455FD6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6982" y="1068311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rgbClr val="000000"/>
                </a:solidFill>
                <a:latin typeface="-webkit-standard"/>
              </a:rPr>
              <a:t>J. G. D. P. Pinto, H. J. C. P. Oliveira, and N. B. Carvalho, "RF energy harvesting and remote powering at 900MHz and 2.4GHz," in </a:t>
            </a:r>
            <a:r>
              <a:rPr lang="en-US" altLang="en-US" i="1" dirty="0">
                <a:solidFill>
                  <a:srgbClr val="000000"/>
                </a:solidFill>
              </a:rPr>
              <a:t>2015 IEEE Wireless Power Transfer Conference (WPTC)</a:t>
            </a:r>
            <a:r>
              <a:rPr lang="en-US" altLang="en-US" dirty="0">
                <a:solidFill>
                  <a:srgbClr val="000000"/>
                </a:solidFill>
                <a:latin typeface="-webkit-standard"/>
              </a:rPr>
              <a:t>, Boulder, CO, USA, 2015, pp. 1-3.</a:t>
            </a:r>
            <a:endParaRPr lang="en-US" altLang="en-US" dirty="0"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F5BC59-B263-05A4-B00C-D63E41B20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 Cited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ACD8E5-CB5D-F6DA-E9FA-3832C18D23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5049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26355</TotalTime>
  <Words>406</Words>
  <Application>Microsoft Macintosh PowerPoint</Application>
  <PresentationFormat>On-screen Show (4:3)</PresentationFormat>
  <Paragraphs>70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2" baseType="lpstr">
      <vt:lpstr>Franklin Gothic Book</vt:lpstr>
      <vt:lpstr>Franklin Gothic Medium Cond</vt:lpstr>
      <vt:lpstr>Wingdings</vt:lpstr>
      <vt:lpstr>Acumin Pro</vt:lpstr>
      <vt:lpstr>Franklin Gothic Medium</vt:lpstr>
      <vt:lpstr>Acumin Pro Condensed Semibold</vt:lpstr>
      <vt:lpstr>Acumin Pro Semibold</vt:lpstr>
      <vt:lpstr>Arial</vt:lpstr>
      <vt:lpstr>Acumin Pro Medium</vt:lpstr>
      <vt:lpstr>-webkit-standard</vt:lpstr>
      <vt:lpstr>Calibri</vt:lpstr>
      <vt:lpstr>Office Theme</vt:lpstr>
      <vt:lpstr>Week 7</vt:lpstr>
      <vt:lpstr>This Week</vt:lpstr>
      <vt:lpstr>Furthered Data Analysis of IMU</vt:lpstr>
      <vt:lpstr>Furthered Data Analysis of IMU</vt:lpstr>
      <vt:lpstr>Research on RF to DC Converters</vt:lpstr>
      <vt:lpstr>DigiKey Parts Ordering</vt:lpstr>
      <vt:lpstr>Agriculture Components</vt:lpstr>
      <vt:lpstr>Next Week</vt:lpstr>
      <vt:lpstr>Works Cited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78</cp:revision>
  <cp:lastPrinted>2026-02-10T15:39:31Z</cp:lastPrinted>
  <dcterms:created xsi:type="dcterms:W3CDTF">2023-02-16T02:16:06Z</dcterms:created>
  <dcterms:modified xsi:type="dcterms:W3CDTF">2026-02-21T02:39:51Z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