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9"/>
  </p:notesMasterIdLst>
  <p:sldIdLst>
    <p:sldId id="267" r:id="rId5"/>
    <p:sldId id="279" r:id="rId6"/>
    <p:sldId id="299" r:id="rId7"/>
    <p:sldId id="277" r:id="rId8"/>
  </p:sldIdLst>
  <p:sldSz cx="9144000" cy="6858000" type="screen4x3"/>
  <p:notesSz cx="6858000" cy="9144000"/>
  <p:embeddedFontLst>
    <p:embeddedFont>
      <p:font typeface="Acumin Pro Condensed Semibold" panose="020B0706020202020204"/>
      <p:regular r:id="rId10"/>
      <p:bold r:id="rId11"/>
      <p:italic r:id="rId12"/>
      <p:boldItalic r:id="rId13"/>
    </p:embeddedFont>
    <p:embeddedFont>
      <p:font typeface="Acumin Pro Medium" panose="020B0604020202020204" pitchFamily="34" charset="77"/>
      <p:regular r:id="rId14"/>
      <p:italic r:id="rId15"/>
    </p:embeddedFont>
    <p:embeddedFont>
      <p:font typeface="Franklin Gothic Book" panose="020B0503020102020204" pitchFamily="34" charset="0"/>
      <p:regular r:id="rId16"/>
      <p:italic r:id="rId17"/>
    </p:embeddedFont>
    <p:embeddedFont>
      <p:font typeface="Franklin Gothic Medium" panose="020B0603020102020204" pitchFamily="34" charset="0"/>
      <p:regular r:id="rId18"/>
      <p:italic r:id="rId19"/>
    </p:embeddedFont>
    <p:embeddedFont>
      <p:font typeface="Franklin Gothic Medium Cond" panose="020B0606030402020204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4402"/>
  </p:normalViewPr>
  <p:slideViewPr>
    <p:cSldViewPr snapToGrid="0">
      <p:cViewPr varScale="1">
        <p:scale>
          <a:sx n="108" d="100"/>
          <a:sy n="108" d="100"/>
        </p:scale>
        <p:origin x="776" y="184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02/06/26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Data Analysis of IMU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Obtain </a:t>
            </a:r>
            <a:r>
              <a:rPr lang="en-US" dirty="0" err="1"/>
              <a:t>Powercast</a:t>
            </a:r>
            <a:r>
              <a:rPr lang="en-US" dirty="0"/>
              <a:t> RFID -&gt; DC Converters from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</a:t>
            </a:r>
            <a:r>
              <a:rPr lang="en-US" dirty="0" err="1"/>
              <a:t>Powercast</a:t>
            </a:r>
            <a:r>
              <a:rPr lang="en-US" dirty="0"/>
              <a:t> RFID circuits on breadboard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Papers: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IEEE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Transactions on Electronics Circuits and Systems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2 – 5 pages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1 – Long Journal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IoT Journal &lt;-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Transactions on Industrial Electronics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Electronics DPI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25712</TotalTime>
  <Words>80</Words>
  <Application>Microsoft Macintosh PowerPoint</Application>
  <PresentationFormat>On-screen Show (4:3)</PresentationFormat>
  <Paragraphs>31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Acumin Pro Condensed Semibold</vt:lpstr>
      <vt:lpstr>Arial</vt:lpstr>
      <vt:lpstr>Acumin Pro Medium</vt:lpstr>
      <vt:lpstr>Calibri</vt:lpstr>
      <vt:lpstr>Franklin Gothic Book</vt:lpstr>
      <vt:lpstr>Franklin Gothic Medium Cond</vt:lpstr>
      <vt:lpstr>Wingdings</vt:lpstr>
      <vt:lpstr>Acumin Pro</vt:lpstr>
      <vt:lpstr>Acumin Pro Semibold</vt:lpstr>
      <vt:lpstr>Franklin Gothic Medium</vt:lpstr>
      <vt:lpstr>Office Theme</vt:lpstr>
      <vt:lpstr>Week 4</vt:lpstr>
      <vt:lpstr>This Week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74</cp:revision>
  <dcterms:created xsi:type="dcterms:W3CDTF">2023-02-16T02:16:06Z</dcterms:created>
  <dcterms:modified xsi:type="dcterms:W3CDTF">2026-02-06T17:04:45Z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