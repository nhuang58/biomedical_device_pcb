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7"/>
  </p:notesMasterIdLst>
  <p:sldIdLst>
    <p:sldId id="267" r:id="rId5"/>
    <p:sldId id="279" r:id="rId6"/>
    <p:sldId id="287" r:id="rId7"/>
    <p:sldId id="291" r:id="rId8"/>
    <p:sldId id="288" r:id="rId9"/>
    <p:sldId id="289" r:id="rId10"/>
    <p:sldId id="290" r:id="rId11"/>
    <p:sldId id="286" r:id="rId12"/>
    <p:sldId id="292" r:id="rId13"/>
    <p:sldId id="293" r:id="rId14"/>
    <p:sldId id="294" r:id="rId15"/>
    <p:sldId id="277" r:id="rId16"/>
  </p:sldIdLst>
  <p:sldSz cx="9144000" cy="6858000" type="screen4x3"/>
  <p:notesSz cx="6858000" cy="9144000"/>
  <p:embeddedFontLst>
    <p:embeddedFont>
      <p:font typeface="Acumin Pro Condensed Semibold" panose="020B0706020202020204" pitchFamily="34" charset="77"/>
      <p:regular r:id="rId18"/>
      <p:bold r:id="rId19"/>
      <p:italic r:id="rId20"/>
      <p:boldItalic r:id="rId21"/>
    </p:embeddedFont>
    <p:embeddedFont>
      <p:font typeface="Acumin Pro Medium" panose="020B0604020202020204" pitchFamily="34" charset="77"/>
      <p:regular r:id="rId22"/>
      <p:italic r:id="rId23"/>
    </p:embeddedFont>
    <p:embeddedFont>
      <p:font typeface="Franklin Gothic Book" panose="020B0503020102020204" pitchFamily="34" charset="0"/>
      <p:regular r:id="rId24"/>
      <p:italic r:id="rId25"/>
    </p:embeddedFont>
    <p:embeddedFont>
      <p:font typeface="Franklin Gothic Medium" panose="020B0603020102020204" pitchFamily="34" charset="0"/>
      <p:regular r:id="rId26"/>
      <p:italic r:id="rId27"/>
    </p:embeddedFont>
    <p:embeddedFont>
      <p:font typeface="Franklin Gothic Medium Cond" panose="020B0606030402020204" pitchFamily="3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003"/>
    <p:restoredTop sz="95884"/>
  </p:normalViewPr>
  <p:slideViewPr>
    <p:cSldViewPr snapToGrid="0">
      <p:cViewPr varScale="1">
        <p:scale>
          <a:sx n="113" d="100"/>
          <a:sy n="113" d="100"/>
        </p:scale>
        <p:origin x="640" y="176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12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08/03/26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Paper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Paper submitted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New Manuscript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New Cover Letter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Added Rebuttal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PCB fully ordered and delivered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Tracking link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Final product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General Project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Transfer of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Last Week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Final Remarks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A28E1E-20B1-C1A5-4C38-CBCBE2A1DD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Paper Submitted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0EA27-4370-A9DA-8DE1-547EDA3E1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Will receive final decision week of August 10th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7B1338-FF0E-53A5-E0A1-B87F452E7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25686-622E-20B1-C0A4-4DC200F7ABF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753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1EAD0-0B13-F721-E137-9AF83710F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717E87-D34B-3DEB-5113-C47194D7C9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New Manuscript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96708-36B2-6430-B34C-668924BDEF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807B04F-37B2-7B49-20E6-EAD4D1E0C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68CC9-971C-468D-7B14-D49E3525E96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790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D0A03-AEAA-78A4-1760-D4D2A76B9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532489-457B-7A08-B650-0DCD22029C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New Cover Letter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BFB2B-A78A-02D8-8800-6CBECEF0EE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C8A3BFC-F2C2-4EBE-B24D-2159BBD90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28085-5D13-253A-990C-2495BD6165C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351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558F2-5623-00C8-C56F-194423874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E66CFD-3561-3D2A-3854-3D5E77264A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Added Rebuttal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E0104-8022-B093-1328-1574252DCC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44741D-FE95-47AB-AF1E-3F2B66605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D8856-7C91-1FEB-4B61-204346B2B41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443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5FA1D4-8478-8A08-D5A7-FB6509A9E4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Added external material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D8FF8-8415-BF69-CB35-A8B5FE25AE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906DD2-8E4F-A10C-F8B6-8473E1FA2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C2B7F-AB3E-2F8C-D0E7-4FE72FB0E38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88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D72587-DF24-E361-3C87-CFAE3C408C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PCB fully ordered and delivered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18513-FBE2-EBBB-125E-FA48BA6B1B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C5F57F-D41F-FAF8-68C5-CD8D95AF8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33180-B8A6-C9B8-09AC-F39A8DDB0F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7/8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8677F4A-0EE5-8488-2CEF-7324D0597EC2}"/>
              </a:ext>
            </a:extLst>
          </p:cNvPr>
          <p:cNvSpPr txBox="1">
            <a:spLocks/>
          </p:cNvSpPr>
          <p:nvPr/>
        </p:nvSpPr>
        <p:spPr>
          <a:xfrm>
            <a:off x="495300" y="1695724"/>
            <a:ext cx="8450035" cy="4454706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FC558E6-A532-FE38-9520-F82ABF1096A5}"/>
              </a:ext>
            </a:extLst>
          </p:cNvPr>
          <p:cNvSpPr txBox="1">
            <a:spLocks/>
          </p:cNvSpPr>
          <p:nvPr/>
        </p:nvSpPr>
        <p:spPr>
          <a:xfrm>
            <a:off x="342899" y="1449003"/>
            <a:ext cx="8450035" cy="4454706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025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3E640-65BF-95BD-E1E6-D42D870BE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976C7D-2932-5C71-9665-CF54C97148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Tracking Link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FBBD5-1393-5EB8-E67A-BC9F9AAE60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61E4BF-A314-6075-15D9-2E72B7F8A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1646B-7FB8-5811-6038-0FC91906AB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7/8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844A67D-7B7E-DF57-A170-CBA70E002582}"/>
              </a:ext>
            </a:extLst>
          </p:cNvPr>
          <p:cNvSpPr txBox="1">
            <a:spLocks/>
          </p:cNvSpPr>
          <p:nvPr/>
        </p:nvSpPr>
        <p:spPr>
          <a:xfrm>
            <a:off x="495300" y="1695724"/>
            <a:ext cx="8450035" cy="4454706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B9B7427-EEFA-FC29-4A4D-3BECDC317487}"/>
              </a:ext>
            </a:extLst>
          </p:cNvPr>
          <p:cNvSpPr txBox="1">
            <a:spLocks/>
          </p:cNvSpPr>
          <p:nvPr/>
        </p:nvSpPr>
        <p:spPr>
          <a:xfrm>
            <a:off x="342899" y="1449003"/>
            <a:ext cx="8450035" cy="4454706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776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4A28D-7A71-4F36-7078-0C3008F4C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B345CF-8327-ED85-5DB4-A582A94BBD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PCB fully ordered and delivered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F5773-1032-C1DF-3B54-51A6FD2E38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9579BF-B5AD-6A4F-1288-F6164F41E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561B4-2242-FEA6-1B7B-8D5566D124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7/8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E754273-C2D2-0B51-C0FE-096D8DEE113F}"/>
              </a:ext>
            </a:extLst>
          </p:cNvPr>
          <p:cNvSpPr txBox="1">
            <a:spLocks/>
          </p:cNvSpPr>
          <p:nvPr/>
        </p:nvSpPr>
        <p:spPr>
          <a:xfrm>
            <a:off x="495300" y="1695724"/>
            <a:ext cx="8450035" cy="4454706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7FF2340-7B69-5093-E05E-3FDB9AEC6B27}"/>
              </a:ext>
            </a:extLst>
          </p:cNvPr>
          <p:cNvSpPr txBox="1">
            <a:spLocks/>
          </p:cNvSpPr>
          <p:nvPr/>
        </p:nvSpPr>
        <p:spPr>
          <a:xfrm>
            <a:off x="342899" y="1449003"/>
            <a:ext cx="8450035" cy="4454706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105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EEB9A-E887-4772-217E-5320806D6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76750B-B662-80E4-CAEB-098FBC866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PCB fully ordered and delivered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09447-2331-525B-17D6-6DB79E96D4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30D40B0-031E-998B-65AE-9BD82C9CC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3A65A-5DE3-9EF0-8371-14AEDAF2887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7/8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97C4E39-F231-B378-648E-679E77AD8F7A}"/>
              </a:ext>
            </a:extLst>
          </p:cNvPr>
          <p:cNvSpPr txBox="1">
            <a:spLocks/>
          </p:cNvSpPr>
          <p:nvPr/>
        </p:nvSpPr>
        <p:spPr>
          <a:xfrm>
            <a:off x="495300" y="1695724"/>
            <a:ext cx="8450035" cy="4454706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7CF0C72-83F7-A059-64BE-6713827F75BB}"/>
              </a:ext>
            </a:extLst>
          </p:cNvPr>
          <p:cNvSpPr txBox="1">
            <a:spLocks/>
          </p:cNvSpPr>
          <p:nvPr/>
        </p:nvSpPr>
        <p:spPr>
          <a:xfrm>
            <a:off x="342899" y="1449003"/>
            <a:ext cx="8450035" cy="4454706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198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36038</TotalTime>
  <Words>121</Words>
  <Application>Microsoft Macintosh PowerPoint</Application>
  <PresentationFormat>On-screen Show (4:3)</PresentationFormat>
  <Paragraphs>58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Acumin Pro</vt:lpstr>
      <vt:lpstr>Franklin Gothic Book</vt:lpstr>
      <vt:lpstr>Wingdings</vt:lpstr>
      <vt:lpstr>Arial</vt:lpstr>
      <vt:lpstr>Acumin Pro Medium</vt:lpstr>
      <vt:lpstr>Acumin Pro Condensed Semibold</vt:lpstr>
      <vt:lpstr>Acumin Pro Semibold</vt:lpstr>
      <vt:lpstr>Franklin Gothic Medium</vt:lpstr>
      <vt:lpstr>Calibri</vt:lpstr>
      <vt:lpstr>Franklin Gothic Medium Cond</vt:lpstr>
      <vt:lpstr>Office Theme</vt:lpstr>
      <vt:lpstr>Week 12</vt:lpstr>
      <vt:lpstr>This Week</vt:lpstr>
      <vt:lpstr>Paper Updates</vt:lpstr>
      <vt:lpstr>Paper Updates</vt:lpstr>
      <vt:lpstr>Paper Updates</vt:lpstr>
      <vt:lpstr>Paper Updates</vt:lpstr>
      <vt:lpstr>Paper Updates</vt:lpstr>
      <vt:lpstr>PCB Updates</vt:lpstr>
      <vt:lpstr>PCB Updates</vt:lpstr>
      <vt:lpstr>PCB Updates</vt:lpstr>
      <vt:lpstr>PCB Updates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113</cp:revision>
  <cp:lastPrinted>2026-05-25T08:08:19Z</cp:lastPrinted>
  <dcterms:created xsi:type="dcterms:W3CDTF">2023-02-16T02:16:06Z</dcterms:created>
  <dcterms:modified xsi:type="dcterms:W3CDTF">2026-08-03T15:23:08Z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