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4"/>
  </p:sldMasterIdLst>
  <p:notesMasterIdLst>
    <p:notesMasterId r:id="rId12"/>
  </p:notesMasterIdLst>
  <p:sldIdLst>
    <p:sldId id="267" r:id="rId5"/>
    <p:sldId id="279" r:id="rId6"/>
    <p:sldId id="280" r:id="rId7"/>
    <p:sldId id="281" r:id="rId8"/>
    <p:sldId id="282" r:id="rId9"/>
    <p:sldId id="278" r:id="rId10"/>
    <p:sldId id="277" r:id="rId11"/>
  </p:sldIdLst>
  <p:sldSz cx="9144000" cy="6858000" type="screen4x3"/>
  <p:notesSz cx="6858000" cy="9144000"/>
  <p:embeddedFontLst>
    <p:embeddedFont>
      <p:font typeface="Acumin Pro Condensed Semibold" panose="020B0604020202020204" charset="0"/>
      <p:regular r:id="rId13"/>
      <p:bold r:id="rId14"/>
      <p:italic r:id="rId15"/>
      <p:boldItalic r:id="rId16"/>
    </p:embeddedFont>
    <p:embeddedFont>
      <p:font typeface="Acumin Pro Medium" panose="020B0604020202020204" charset="0"/>
      <p:regular r:id="rId17"/>
      <p:italic r:id="rId18"/>
    </p:embeddedFont>
    <p:embeddedFont>
      <p:font typeface="Franklin Gothic Book" panose="020B0503020102020204" pitchFamily="34" charset="0"/>
      <p:regular r:id="rId19"/>
      <p:italic r:id="rId20"/>
    </p:embeddedFont>
    <p:embeddedFont>
      <p:font typeface="Franklin Gothic Medium" panose="020B0603020102020204" pitchFamily="34" charset="0"/>
      <p:regular r:id="rId21"/>
      <p:italic r:id="rId22"/>
    </p:embeddedFont>
    <p:embeddedFont>
      <p:font typeface="Franklin Gothic Medium Cond" panose="020B0606030402020204" pitchFamily="3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80" userDrawn="1">
          <p15:clr>
            <a:srgbClr val="A4A3A4"/>
          </p15:clr>
        </p15:guide>
        <p15:guide id="2" pos="23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26CE219-6CB4-4D82-2315-C217F06FFCCD}" name="Hiller, Kelly R" initials="HKR" userId="S::khiller@purdue.edu::b25b1487-7f5e-4b7f-a0b2-f8bcb0b1ea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B991"/>
    <a:srgbClr val="DDB945"/>
    <a:srgbClr val="EBD9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67"/>
    <p:restoredTop sz="94692"/>
  </p:normalViewPr>
  <p:slideViewPr>
    <p:cSldViewPr snapToGrid="0">
      <p:cViewPr varScale="1">
        <p:scale>
          <a:sx n="74" d="100"/>
          <a:sy n="74" d="100"/>
        </p:scale>
        <p:origin x="92" y="52"/>
      </p:cViewPr>
      <p:guideLst>
        <p:guide orient="horz" pos="1080"/>
        <p:guide pos="2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font" Target="fonts/font9.fntdata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font" Target="fonts/font7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6CF7-48D8-2F46-AFC8-8A5D2298DFDD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BF745-0557-B241-863F-056113C70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7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316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82BBC47-D7E9-E849-BE67-7366DB4087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77278"/>
            <a:ext cx="7144105" cy="534037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29339"/>
            <a:ext cx="7144105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0" i="0">
                <a:solidFill>
                  <a:schemeClr val="bg2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6FFA1BC-72F9-9048-3E39-D300A3A6A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93720"/>
            <a:ext cx="714410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fld id="{C7124C19-F609-8C4C-8116-78E353E3E672}" type="datetime1">
              <a:rPr lang="en-US" smtClean="0"/>
              <a:t>3/29/23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527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B1EEEEC0-D7E4-4DE5-4E3D-FAAD9ABA89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17643"/>
            <a:ext cx="7183861" cy="583733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EDB9B8-C811-84E9-5F58-0130F3A805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17147"/>
            <a:ext cx="7183861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4BF34A7-30DF-7BD2-A5A2-434BBF6672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79275"/>
            <a:ext cx="7183861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3/31/23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AC34E1-E044-0445-842B-2F1F9D1C92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925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4176D92-8FAB-782E-E607-5D0C5CC9C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FDAFB6-8BB6-ADBB-6574-5B0C25E7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229" y="5049077"/>
            <a:ext cx="8450036" cy="685801"/>
          </a:xfrm>
        </p:spPr>
        <p:txBody>
          <a:bodyPr>
            <a:normAutofit/>
          </a:bodyPr>
          <a:lstStyle>
            <a:lvl1pPr algn="ctr" fontAlgn="b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5FF931D0-D7E7-D9E1-3CCC-83299A0922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229" y="5754757"/>
            <a:ext cx="8450036" cy="4492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9BCA5A-C755-0E4A-878C-D1822540E2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611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9525"/>
            <a:ext cx="9144000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CA0E95C-D44C-0BD3-29E1-C39EBAC823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21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0226450-0A2C-4A4B-95A5-6E0D1BC45A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432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2317D3B-55CD-0048-B746-CB10A28D4E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8723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28D381-488B-4C1C-32F0-1D389C1FF7E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51064" y="1543324"/>
            <a:ext cx="8450036" cy="4454706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EE0A7E-143D-2A83-397F-55801DA0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65EE62C3-A7DA-7701-DE4B-C1A290C4FA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54FE2-5844-7885-7089-16924C393E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9F76393-33C8-0244-A117-D97655079C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9036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5" y="1543324"/>
            <a:ext cx="4059877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449F3F-4187-E891-E28D-ABAA401181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731868" y="1543324"/>
            <a:ext cx="4069232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FC4CE19-DA95-2729-993D-BB0D45B6B5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E23E79-165A-C0A0-34F4-D4CD4FAC54E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5EEFC3C-29D1-EA4A-9C0C-4952B61838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963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6" y="1543324"/>
            <a:ext cx="2630674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D77F14-E88B-D0A5-6F63-E4DA45A7CD6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256663" y="1543324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A95E987-1BAB-5DE6-3A52-75935C62985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182353" y="1543323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A31FF2-2F1A-7D0F-36B0-1773F6A9AB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E20F0F-7917-55BD-382B-A4E02410819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12896B7-E91D-CD4D-A891-824CE769BC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714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5" y="3652273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4" y="1543324"/>
            <a:ext cx="410230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706959" y="1543324"/>
            <a:ext cx="4094045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98697" y="3652272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1641B97-9FFC-02AC-9A83-AD9CF1F958B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8D58084-BB32-E44F-B6BE-79DC4BE0EE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685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6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4"/>
            <a:ext cx="265085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252731" y="1543325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44470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154204" y="1532308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347E27B2-1DE2-3469-81EF-9EBD7DC7AF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45943" y="3641256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039C530-4D1F-8F28-146E-3ECC4BBCE9E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64C2680-37A6-C442-ACC9-0E1A4F33FD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7671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7402-16CB-60F1-259A-4E1A1619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2" y="457200"/>
            <a:ext cx="3236117" cy="964096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89552-EB9F-6D72-9130-E107C02C2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2902" y="1570384"/>
            <a:ext cx="3236117" cy="4298605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F6EAB8-D2BB-0BDE-C7AC-895B69CA5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3904" y="457200"/>
            <a:ext cx="4997195" cy="541178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C4977-AD33-556A-2AED-7416F7D439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2DB49B-3FD4-EF4C-B023-17613C9AF5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90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832766-AA56-63AE-E2AA-9A294734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F92D672-5C11-B647-ADA7-722837BA86C0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4715222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AFB8997-E903-BD34-CBB7-A70F3BD09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3135B86-20D4-13D9-0376-A64DF5C381B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0AF4890-83F2-1B4C-9129-0943FD5BE6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1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51065" y="1543324"/>
            <a:ext cx="4397009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61820" y="1543322"/>
            <a:ext cx="3847445" cy="4307573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2614933" y="3795305"/>
            <a:ext cx="2133141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51065" y="3795304"/>
            <a:ext cx="2133141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DA9D6A4-F44C-720B-EF21-A331231A647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506DF57-624C-3D4C-9311-96AE05CC4C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244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6571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42900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0A3B0E8-AC0D-A169-37E3-2D123D6EBF24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3243828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640970D8-E511-89A8-FC5C-6DB37485ADE3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161085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B04B79A-B4BD-0306-3D46-D570E1F51CA6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3227499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50B4796-C4B7-C272-5ADD-7D6C896B703E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161085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633AE4D-056F-FC97-1F10-877F247AB319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310242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19716662-3C77-F831-E45C-F9EA49810F58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326571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1ED1A14F-5E0D-476E-9C60-BD987EFC4940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3227499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A0003A4C-26CB-DD7F-0B22-024AFB58DC6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6144756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08CE8D58-56A2-6AE5-AB18-C53F4134DD88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3211170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A4C2D1F-1A58-AC60-F606-B816E5F23FFF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6144756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0D3EBD5-219C-5B88-5FAA-E3535228FBD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7EDCCCDC-B335-96CB-3A28-8C862E3B1B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D166CBA-B0A5-A540-9E01-87761E8E4E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330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6" y="1542763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2508047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677415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223A017-A902-92C1-8A99-7D45B08D860D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846782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E352EAA-3DC6-450E-518D-B55638975EC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1382716" y="3651151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E5E3807-051E-4D4B-1143-A6B4BDDBB5D8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3556027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659EF4B-6B57-DE2A-B33A-D60A659CFE6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5725394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0B1371B0-95CE-4462-18BB-F77CBC19BF8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631A4A5-899F-8948-AFF2-A9EECA71DA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313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891490" y="3884038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7A134D-7A3A-AD4B-91DF-57347E308706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581B053-21C8-C0AD-58C7-637A6315D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91295" y="3395950"/>
            <a:ext cx="3909707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B2033E-9DB9-9A2B-D4C5-6D8960838D22}"/>
              </a:ext>
            </a:extLst>
          </p:cNvPr>
          <p:cNvSpPr/>
          <p:nvPr userDrawn="1"/>
        </p:nvSpPr>
        <p:spPr>
          <a:xfrm>
            <a:off x="4891392" y="5636914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02FFCFA-A84F-7535-4A5F-29A5FC6460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891295" y="5636914"/>
            <a:ext cx="3909610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2785C5DB-355E-CD09-6EF5-58F892E8FB6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DCE55CF-AD39-6942-BAFD-73E57A01F7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527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965414" y="3884038"/>
            <a:ext cx="1835685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891490" y="3879120"/>
            <a:ext cx="1896687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AC4E08-5A51-BF4F-655E-4E54DD771548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D80C23-74F3-F853-02BF-83C743039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28867" y="3395950"/>
            <a:ext cx="3872135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F22EB8-4EFD-86A4-8EB8-8A4F1A1AA2DF}"/>
              </a:ext>
            </a:extLst>
          </p:cNvPr>
          <p:cNvSpPr/>
          <p:nvPr userDrawn="1"/>
        </p:nvSpPr>
        <p:spPr>
          <a:xfrm>
            <a:off x="4884613" y="5631998"/>
            <a:ext cx="1884248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>
              <a:latin typeface="Acumin Pro" panose="020B0504020202020204" pitchFamily="34" charset="77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6A4B2AA-E0AE-18DD-BAA3-AF2A9CA6987A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921990" y="5631998"/>
            <a:ext cx="1866186" cy="30271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8B5CD1-FF93-2C9C-1BFF-73A3CE39E65D}"/>
              </a:ext>
            </a:extLst>
          </p:cNvPr>
          <p:cNvSpPr/>
          <p:nvPr userDrawn="1"/>
        </p:nvSpPr>
        <p:spPr>
          <a:xfrm>
            <a:off x="6965414" y="5641704"/>
            <a:ext cx="1823956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52272AC-9734-6D60-9441-B5E7B9E4E372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7002791" y="5641704"/>
            <a:ext cx="1806473" cy="302715"/>
          </a:xfrm>
        </p:spPr>
        <p:txBody>
          <a:bodyPr>
            <a:no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BE9F3313-6532-97CE-1E0D-3A21EA40A39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3389377-4D07-D241-8D0E-8A871D181F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441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CFF414-FA47-F7EC-7EFB-7073E26BB831}"/>
              </a:ext>
            </a:extLst>
          </p:cNvPr>
          <p:cNvSpPr/>
          <p:nvPr userDrawn="1"/>
        </p:nvSpPr>
        <p:spPr>
          <a:xfrm>
            <a:off x="5953857" y="1315895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3C0F4F-1E76-E3A4-E5AA-8FA79C7C69FB}"/>
              </a:ext>
            </a:extLst>
          </p:cNvPr>
          <p:cNvSpPr/>
          <p:nvPr userDrawn="1"/>
        </p:nvSpPr>
        <p:spPr>
          <a:xfrm>
            <a:off x="3315718" y="1315896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105CB-DECE-0616-2A57-776784CFC1CB}"/>
              </a:ext>
            </a:extLst>
          </p:cNvPr>
          <p:cNvSpPr/>
          <p:nvPr userDrawn="1"/>
        </p:nvSpPr>
        <p:spPr>
          <a:xfrm>
            <a:off x="677578" y="1315897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13FE17-B697-FB87-4ED6-D832D798E9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629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65CB9D-AA49-05C2-2100-C63D32C82B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458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3204028-135E-83A2-B94A-693154F531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963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D4E810FD-2D00-764A-B144-B235C21E32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791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A71EF50-386A-A3B9-93FB-6EF179A4E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4102" y="143391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6AE17ED9-FDD9-34C3-1F7D-9A8EA4C4B40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931" y="4043274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77D3ED32-45F9-B948-371F-67E8465B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0F278F-8AAE-FA0B-4B47-AB0FFECE69F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856F49F-59AA-23FB-4600-EC4D944973C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458" y="2040673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CA6E053-97C0-F5A8-A5C6-62806699EADE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3464791" y="2040672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823F7D4-DD74-2A27-4C24-052C4575CCDF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6102931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77476EE-9BD3-9249-BC1B-491B99321F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7126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98D576-4759-5408-883D-2E56D9D0F603}"/>
              </a:ext>
            </a:extLst>
          </p:cNvPr>
          <p:cNvSpPr/>
          <p:nvPr userDrawn="1"/>
        </p:nvSpPr>
        <p:spPr>
          <a:xfrm>
            <a:off x="5953662" y="1315893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44A1A-1D1D-F2D9-8EC1-EFF25EBA1FB0}"/>
              </a:ext>
            </a:extLst>
          </p:cNvPr>
          <p:cNvSpPr/>
          <p:nvPr userDrawn="1"/>
        </p:nvSpPr>
        <p:spPr>
          <a:xfrm>
            <a:off x="3315523" y="1315894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38D75A-DD50-6C6E-0A9D-7F77E72C780A}"/>
              </a:ext>
            </a:extLst>
          </p:cNvPr>
          <p:cNvSpPr/>
          <p:nvPr userDrawn="1"/>
        </p:nvSpPr>
        <p:spPr>
          <a:xfrm>
            <a:off x="677384" y="1315895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76A1563-09E6-06B6-EC4A-8E309CC57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435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F401EC8-7352-A985-133C-726A718A9E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769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marL="0" marR="0" lvl="0" indent="0" algn="ctr" defTabSz="685800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Subhead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1A04C69-EC92-81B2-FCD5-39464C669B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3908" y="143391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AE5BF8CB-9477-F598-75C4-6F35D608B35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264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AE6CE746-1703-63A8-BBD4-546AD104E27E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3453661" y="2065259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53952BA5-2190-5106-0EBD-DA1D15EFBB9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264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4" name="Picture Placeholder 10">
            <a:extLst>
              <a:ext uri="{FF2B5EF4-FFF2-40B4-BE49-F238E27FC236}">
                <a16:creationId xmlns:a16="http://schemas.microsoft.com/office/drawing/2014/main" id="{835FE666-CADC-4DB4-80A4-BFD9823DE0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597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5" name="Picture Placeholder 10">
            <a:extLst>
              <a:ext uri="{FF2B5EF4-FFF2-40B4-BE49-F238E27FC236}">
                <a16:creationId xmlns:a16="http://schemas.microsoft.com/office/drawing/2014/main" id="{AECA5017-0E7C-4957-02B2-65FA6C1F6E5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736" y="4043272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9F4CE92C-83FA-CA44-69CB-E6229E144199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6097061" y="2071425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4DDE6D-DD47-E873-4306-EBFC1F91F657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911DA62-F518-7447-BD47-16E2421CCA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9466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5 Color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9A34A-6A6B-FC98-1EC8-8347FAB1A48F}"/>
              </a:ext>
            </a:extLst>
          </p:cNvPr>
          <p:cNvSpPr/>
          <p:nvPr userDrawn="1"/>
        </p:nvSpPr>
        <p:spPr>
          <a:xfrm>
            <a:off x="756438" y="1660596"/>
            <a:ext cx="1438515" cy="4364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F2A76-73C1-7478-1C52-F70D9B50BC0A}"/>
              </a:ext>
            </a:extLst>
          </p:cNvPr>
          <p:cNvSpPr/>
          <p:nvPr userDrawn="1"/>
        </p:nvSpPr>
        <p:spPr>
          <a:xfrm>
            <a:off x="758505" y="2160555"/>
            <a:ext cx="1436449" cy="32335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6525D0-8078-E003-46A7-FFCB83C221E0}"/>
              </a:ext>
            </a:extLst>
          </p:cNvPr>
          <p:cNvSpPr/>
          <p:nvPr userDrawn="1"/>
        </p:nvSpPr>
        <p:spPr>
          <a:xfrm>
            <a:off x="2284078" y="1660596"/>
            <a:ext cx="1438515" cy="4364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6AD059-9160-4AE4-0F86-92FB0AAD082C}"/>
              </a:ext>
            </a:extLst>
          </p:cNvPr>
          <p:cNvSpPr/>
          <p:nvPr userDrawn="1"/>
        </p:nvSpPr>
        <p:spPr>
          <a:xfrm>
            <a:off x="2286144" y="2160555"/>
            <a:ext cx="1436449" cy="32335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F701C0-7A2F-0B95-E95C-07302A14CA56}"/>
              </a:ext>
            </a:extLst>
          </p:cNvPr>
          <p:cNvSpPr/>
          <p:nvPr userDrawn="1"/>
        </p:nvSpPr>
        <p:spPr>
          <a:xfrm>
            <a:off x="3811718" y="1660596"/>
            <a:ext cx="1438515" cy="4364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786ED8-9187-C7FB-F774-CE52A2971FFD}"/>
              </a:ext>
            </a:extLst>
          </p:cNvPr>
          <p:cNvSpPr/>
          <p:nvPr userDrawn="1"/>
        </p:nvSpPr>
        <p:spPr>
          <a:xfrm>
            <a:off x="3813784" y="2160555"/>
            <a:ext cx="1436449" cy="32335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6F5635-02F3-829F-B778-4A766D8D4A2D}"/>
              </a:ext>
            </a:extLst>
          </p:cNvPr>
          <p:cNvSpPr/>
          <p:nvPr userDrawn="1"/>
        </p:nvSpPr>
        <p:spPr>
          <a:xfrm>
            <a:off x="5339357" y="1660596"/>
            <a:ext cx="1438515" cy="436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BD6A50-2E1C-FDDB-2F9B-D9101B8535C5}"/>
              </a:ext>
            </a:extLst>
          </p:cNvPr>
          <p:cNvSpPr/>
          <p:nvPr userDrawn="1"/>
        </p:nvSpPr>
        <p:spPr>
          <a:xfrm>
            <a:off x="5341424" y="2160555"/>
            <a:ext cx="1436449" cy="32335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39B4FF-413F-3DBC-C6E4-087C951C5464}"/>
              </a:ext>
            </a:extLst>
          </p:cNvPr>
          <p:cNvSpPr/>
          <p:nvPr userDrawn="1"/>
        </p:nvSpPr>
        <p:spPr>
          <a:xfrm>
            <a:off x="6866999" y="1660596"/>
            <a:ext cx="1438515" cy="4364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B8434E-9F38-4592-327E-51A570C73E09}"/>
              </a:ext>
            </a:extLst>
          </p:cNvPr>
          <p:cNvSpPr/>
          <p:nvPr userDrawn="1"/>
        </p:nvSpPr>
        <p:spPr>
          <a:xfrm>
            <a:off x="6869065" y="2160555"/>
            <a:ext cx="1436449" cy="32335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1BA8130D-B7F2-9815-5056-6F334D4BBA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6438" y="1783909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A41A66E4-0B84-E1FB-88CD-3E0E6E80C4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28407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235E5CE7-3D80-1BB5-DACD-8A63CA927E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81171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685C02D4-EA4F-4962-D397-F6439EC5C6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3935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F46F0A7-55C4-6BAE-BCB0-157A86C91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67000" y="1770870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9E69C3F7-0A3A-FAC2-6540-8BB750E9A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487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040CB427-2320-1A81-037C-6D83BCA5B36F}"/>
              </a:ext>
            </a:extLst>
          </p:cNvPr>
          <p:cNvSpPr>
            <a:spLocks noGrp="1"/>
          </p:cNvSpPr>
          <p:nvPr>
            <p:ph type="body" sz="half" idx="32"/>
          </p:nvPr>
        </p:nvSpPr>
        <p:spPr>
          <a:xfrm>
            <a:off x="2381484" y="2299864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3144BCA8-7BD5-8323-CDAB-E5362D78AA68}"/>
              </a:ext>
            </a:extLst>
          </p:cNvPr>
          <p:cNvSpPr>
            <a:spLocks noGrp="1"/>
          </p:cNvSpPr>
          <p:nvPr>
            <p:ph type="body" sz="half" idx="33"/>
          </p:nvPr>
        </p:nvSpPr>
        <p:spPr>
          <a:xfrm>
            <a:off x="390912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82EC0719-39BA-B2AB-F29D-3C947DC78925}"/>
              </a:ext>
            </a:extLst>
          </p:cNvPr>
          <p:cNvSpPr>
            <a:spLocks noGrp="1"/>
          </p:cNvSpPr>
          <p:nvPr>
            <p:ph type="body" sz="half" idx="34"/>
          </p:nvPr>
        </p:nvSpPr>
        <p:spPr>
          <a:xfrm>
            <a:off x="543676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B939ED29-1A95-3771-8E52-C1F99F848ABD}"/>
              </a:ext>
            </a:extLst>
          </p:cNvPr>
          <p:cNvSpPr>
            <a:spLocks noGrp="1"/>
          </p:cNvSpPr>
          <p:nvPr>
            <p:ph type="body" sz="half" idx="35"/>
          </p:nvPr>
        </p:nvSpPr>
        <p:spPr>
          <a:xfrm>
            <a:off x="6964405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13">
            <a:extLst>
              <a:ext uri="{FF2B5EF4-FFF2-40B4-BE49-F238E27FC236}">
                <a16:creationId xmlns:a16="http://schemas.microsoft.com/office/drawing/2014/main" id="{F45DEB53-8B0A-80C6-DDED-B723442350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58850-3E44-9220-12DF-98BC6F729C54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976A537-883F-374A-AD56-EC40D05206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5407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Black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4"/>
            <a:ext cx="4936211" cy="6867524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-944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A0ED9A8-0DA3-BC24-94A1-086C8ECA8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BDBD18-96E0-3342-A809-2FF8511966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3748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White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5"/>
            <a:ext cx="4936211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511E696-D9D7-67E3-048E-80603F311A2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C21FF41-B1B2-D04A-8A0A-A90E998160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5020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544E4A-5B5C-3341-99E5-E104859854E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6539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1648B145-A545-0D6D-AFF0-0F715C907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3D40940-377F-6BBC-02CB-083B672BF5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19E352-9704-594E-BAD1-167251E51B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6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025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19200A-5F39-EB36-4116-B2C1717CC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61174" y="6295058"/>
            <a:ext cx="1339925" cy="3239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Acumin Pro" panose="020B0504020202020204" pitchFamily="34" charset="77"/>
              </a:defRPr>
            </a:lvl1pPr>
          </a:lstStyle>
          <a:p>
            <a:pPr algn="r"/>
            <a:r>
              <a:rPr lang="en-US" dirty="0"/>
              <a:t>3/31/23            </a:t>
            </a:r>
            <a:fld id="{9F076166-0C3B-2C4F-B933-99EF0896CC39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F61CC-58D4-72CE-66CA-BFE87D08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D4295-B2CD-F1FF-F99B-B267D1740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064" y="1192696"/>
            <a:ext cx="8450036" cy="4837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2561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6" r:id="rId2"/>
    <p:sldLayoutId id="2147483702" r:id="rId3"/>
    <p:sldLayoutId id="2147483708" r:id="rId4"/>
    <p:sldLayoutId id="2147483687" r:id="rId5"/>
    <p:sldLayoutId id="2147483714" r:id="rId6"/>
    <p:sldLayoutId id="2147483688" r:id="rId7"/>
    <p:sldLayoutId id="2147483650" r:id="rId8"/>
    <p:sldLayoutId id="2147483701" r:id="rId9"/>
    <p:sldLayoutId id="2147483711" r:id="rId10"/>
    <p:sldLayoutId id="2147483712" r:id="rId11"/>
    <p:sldLayoutId id="2147483656" r:id="rId12"/>
    <p:sldLayoutId id="2147483706" r:id="rId13"/>
    <p:sldLayoutId id="2147483705" r:id="rId14"/>
    <p:sldLayoutId id="2147483707" r:id="rId15"/>
    <p:sldLayoutId id="2147483713" r:id="rId16"/>
    <p:sldLayoutId id="2147483709" r:id="rId17"/>
    <p:sldLayoutId id="2147483710" r:id="rId18"/>
    <p:sldLayoutId id="2147483653" r:id="rId19"/>
    <p:sldLayoutId id="2147483690" r:id="rId20"/>
    <p:sldLayoutId id="2147483704" r:id="rId21"/>
    <p:sldLayoutId id="2147483692" r:id="rId22"/>
    <p:sldLayoutId id="2147483693" r:id="rId23"/>
    <p:sldLayoutId id="2147483691" r:id="rId24"/>
    <p:sldLayoutId id="2147483703" r:id="rId25"/>
  </p:sldLayoutIdLst>
  <p:hf sldNum="0" hdr="0" dt="0"/>
  <p:txStyles>
    <p:titleStyle>
      <a:lvl1pPr algn="l" defTabSz="685800" rtl="0" eaLnBrk="1" fontAlgn="b" latinLnBrk="0" hangingPunct="1">
        <a:lnSpc>
          <a:spcPct val="90000"/>
        </a:lnSpc>
        <a:spcBef>
          <a:spcPct val="0"/>
        </a:spcBef>
        <a:buNone/>
        <a:defRPr lang="en-US" sz="3600" b="1" i="1" kern="1200" cap="none" baseline="0" dirty="0">
          <a:solidFill>
            <a:schemeClr val="tx1"/>
          </a:solidFill>
          <a:latin typeface="Acumin Pro Condensed Semibold" panose="020B0506020202020204" pitchFamily="34" charset="77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" pitchFamily="2" charset="2"/>
        <a:buChar char="§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7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2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None/>
        <a:defRPr sz="105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F09A7-CF48-9701-322A-A0BBD1C2F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cumin Pro Condensed Semibold" panose="020B0506020202020204" pitchFamily="34" charset="77"/>
              </a:rPr>
              <a:t>Week </a:t>
            </a:r>
            <a:r>
              <a:rPr lang="en-US" dirty="0"/>
              <a:t>08</a:t>
            </a:r>
            <a:endParaRPr lang="en-US" b="1" dirty="0">
              <a:latin typeface="Acumin Pro Condensed Semibold" panose="020B0506020202020204" pitchFamily="34" charset="77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1BF94-59A9-105F-273E-B29E440F25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Keel Bone Chicken Project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18A17-096C-AED1-C745-D58ECF2EFE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10/17/2025</a:t>
            </a:r>
          </a:p>
        </p:txBody>
      </p:sp>
    </p:spTree>
    <p:extLst>
      <p:ext uri="{BB962C8B-B14F-4D97-AF65-F5344CB8AC3E}">
        <p14:creationId xmlns:p14="http://schemas.microsoft.com/office/powerpoint/2010/main" val="4154997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D8EB3F-62C8-9AC5-2CE0-70DBBE67BD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Progress &amp; Issues faced this week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F1C29-FDCE-BED1-CD5A-C89760CA96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Design Changes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Logging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Schematic Edits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D583019-436C-2C67-C2A5-1274BCF96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Week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398AA-5631-3872-C08C-B7AA27779D3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2/7</a:t>
            </a:r>
          </a:p>
        </p:txBody>
      </p:sp>
    </p:spTree>
    <p:extLst>
      <p:ext uri="{BB962C8B-B14F-4D97-AF65-F5344CB8AC3E}">
        <p14:creationId xmlns:p14="http://schemas.microsoft.com/office/powerpoint/2010/main" val="834843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859AD80-6FC7-8C62-920C-848E8AE51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</p:spPr>
        <p:txBody>
          <a:bodyPr anchor="ctr">
            <a:normAutofit/>
          </a:bodyPr>
          <a:lstStyle/>
          <a:p>
            <a:r>
              <a:rPr lang="en-US" dirty="0"/>
              <a:t>Design Changes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8B6D8B-473E-ED4D-A806-8FD2FED21AD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5" y="1543324"/>
            <a:ext cx="4059877" cy="439033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More emphasis on time (~10 – 25-hour operating range)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sz="1800"/>
              <a:t>Allow Agriculture research to see the entire egg laying process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sz="1800"/>
              <a:t>All sensors may be used; some sensors may be omitted.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Client-Service </a:t>
            </a:r>
            <a:r>
              <a:rPr lang="en-US" dirty="0"/>
              <a:t>relationship with Agriculture, specifications given by them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Current Flowchart Design of Rev. 1 PCB: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7D97B9-EA6D-C11E-7DC7-DBB34BE89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207" y="1889338"/>
            <a:ext cx="4668675" cy="3384789"/>
          </a:xfrm>
          <a:prstGeom prst="rect">
            <a:avLst/>
          </a:prstGeom>
          <a:noFill/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41CE77C-B557-29CE-8766-6DCFD90975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2900" y="954291"/>
            <a:ext cx="8458200" cy="365760"/>
          </a:xfrm>
        </p:spPr>
        <p:txBody>
          <a:bodyPr>
            <a:normAutofit/>
          </a:bodyPr>
          <a:lstStyle/>
          <a:p>
            <a:r>
              <a:rPr lang="en-US" dirty="0"/>
              <a:t>Exchanges with Agriculture Department will move to being Client Side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A153D-D7AD-6A3B-E470-4D831348286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461174" y="6295058"/>
            <a:ext cx="1339925" cy="323970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n-US"/>
              <a:t>3/7</a:t>
            </a:r>
          </a:p>
        </p:txBody>
      </p:sp>
    </p:spTree>
    <p:extLst>
      <p:ext uri="{BB962C8B-B14F-4D97-AF65-F5344CB8AC3E}">
        <p14:creationId xmlns:p14="http://schemas.microsoft.com/office/powerpoint/2010/main" val="2124572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B226E-CBC3-99F2-3E15-520E51994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1B2EC4F-C344-1C9B-AF1E-D97093EE867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Values successfully logging over </a:t>
            </a:r>
            <a:r>
              <a:rPr lang="en-US" dirty="0" err="1"/>
              <a:t>AsyncIO</a:t>
            </a:r>
            <a:r>
              <a:rPr lang="en-US" dirty="0"/>
              <a:t> and Python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016D4B-FA89-ACC7-0B2F-B70562A1E9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Run on Arduino IDE first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Able to log values over Python to generate a .csv over a time frame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Will update website to be able to download/generate .csv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81E2E95-C83A-B1FD-F73F-B50A289AD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Logging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F7493-BB2F-56E6-8E8A-F7D55F516C9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4/7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B87FC0-DE1A-6892-8230-02EFDDF860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9756" y="3194092"/>
            <a:ext cx="2746296" cy="212058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D06CC8A-016A-85B9-4C12-AD0AFE5DB682}"/>
              </a:ext>
            </a:extLst>
          </p:cNvPr>
          <p:cNvSpPr txBox="1"/>
          <p:nvPr/>
        </p:nvSpPr>
        <p:spPr>
          <a:xfrm>
            <a:off x="3763625" y="5353282"/>
            <a:ext cx="1758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Python Backend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3151133-F506-F19E-A7B4-2041BEA73A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530" y="3194092"/>
            <a:ext cx="2745573" cy="212058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B3A998F-51D8-DF4E-7351-C6398F8F557D}"/>
              </a:ext>
            </a:extLst>
          </p:cNvPr>
          <p:cNvSpPr txBox="1"/>
          <p:nvPr/>
        </p:nvSpPr>
        <p:spPr>
          <a:xfrm>
            <a:off x="342900" y="5353282"/>
            <a:ext cx="2410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Arduino Entrance Point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73A5366-AC2F-3CD1-A544-4BEDDC0D4C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1486" y="3194092"/>
            <a:ext cx="2523064" cy="212157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FEF442-DD56-9D7B-D9B6-C8BF1E81973C}"/>
              </a:ext>
            </a:extLst>
          </p:cNvPr>
          <p:cNvSpPr txBox="1"/>
          <p:nvPr/>
        </p:nvSpPr>
        <p:spPr>
          <a:xfrm>
            <a:off x="6419574" y="5353282"/>
            <a:ext cx="2083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.CSV file generation</a:t>
            </a:r>
          </a:p>
        </p:txBody>
      </p:sp>
    </p:spTree>
    <p:extLst>
      <p:ext uri="{BB962C8B-B14F-4D97-AF65-F5344CB8AC3E}">
        <p14:creationId xmlns:p14="http://schemas.microsoft.com/office/powerpoint/2010/main" val="915386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2420D-15AF-BB0B-9CC2-B03EB4E72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C7AF3C2-D463-CDF1-C4E2-8E531A397E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Mostly Finished Revision 1 of the Schematic for the Board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77637C-D0D3-2B4A-B25F-48DA64E8A4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Summary: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Two Memory Circuits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1 Battery Charging Circuit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24-48 Pin FFC Connector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Rev. 2 starts next week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Hit constraints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Potentially add new circuitry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47103F8-C466-3968-0E4A-AF83A36ED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Schematic Edits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A84BE-8872-1C97-3E81-88B12237000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            5/7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A79701-8D3A-6E7F-ED0B-7FD119AB24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8092" y="1661379"/>
            <a:ext cx="5582474" cy="4336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523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1B29CAD-3B43-3BC0-D2EC-A53874ABB8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Blockers </a:t>
            </a:r>
            <a:r>
              <a:rPr lang="en-US"/>
              <a:t>&amp; Summary of </a:t>
            </a:r>
            <a:r>
              <a:rPr lang="en-US" dirty="0"/>
              <a:t>next week’s 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F87380-04A3-DD16-EAB3-0921830BDF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Verify with Agriculture department that PCB meets their specifications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Select parts for PCB Assembly and start setting up the order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Get .csv loading/downloading working on the BLE web interface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7D02411-52BC-0A6C-B958-234593BB1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Week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AB307-58AA-C3F2-0BBB-500351B01F7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6/7</a:t>
            </a:r>
          </a:p>
        </p:txBody>
      </p:sp>
    </p:spTree>
    <p:extLst>
      <p:ext uri="{BB962C8B-B14F-4D97-AF65-F5344CB8AC3E}">
        <p14:creationId xmlns:p14="http://schemas.microsoft.com/office/powerpoint/2010/main" val="257444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72CBA-026F-7E96-546F-23B8813A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FBDCD-BC38-D4A8-A210-EA02F26100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Purdue Polytechnic Institute</a:t>
            </a:r>
          </a:p>
        </p:txBody>
      </p:sp>
    </p:spTree>
    <p:extLst>
      <p:ext uri="{BB962C8B-B14F-4D97-AF65-F5344CB8AC3E}">
        <p14:creationId xmlns:p14="http://schemas.microsoft.com/office/powerpoint/2010/main" val="3555266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EFFFF"/>
      </a:lt1>
      <a:dk2>
        <a:srgbClr val="55585F"/>
      </a:dk2>
      <a:lt2>
        <a:srgbClr val="CECACB"/>
      </a:lt2>
      <a:accent1>
        <a:srgbClr val="CFB891"/>
      </a:accent1>
      <a:accent2>
        <a:srgbClr val="555960"/>
      </a:accent2>
      <a:accent3>
        <a:srgbClr val="8D6F3D"/>
      </a:accent3>
      <a:accent4>
        <a:srgbClr val="FFFFFF"/>
      </a:accent4>
      <a:accent5>
        <a:srgbClr val="DAAA00"/>
      </a:accent5>
      <a:accent6>
        <a:srgbClr val="9D9694"/>
      </a:accent6>
      <a:hlink>
        <a:srgbClr val="000000"/>
      </a:hlink>
      <a:folHlink>
        <a:srgbClr val="FEFFFF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M-23-645083-Purdue-Standard-20230329" id="{27BFFCF5-3893-564F-9D79-7211049AF84A}" vid="{DA483483-262C-8944-9745-BAAE73176DE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E202481DC1CB46AA011D949D311478" ma:contentTypeVersion="13" ma:contentTypeDescription="Create a new document." ma:contentTypeScope="" ma:versionID="309c718596e4092f54ce9aa93358bb8d">
  <xsd:schema xmlns:xsd="http://www.w3.org/2001/XMLSchema" xmlns:xs="http://www.w3.org/2001/XMLSchema" xmlns:p="http://schemas.microsoft.com/office/2006/metadata/properties" xmlns:ns2="37af3f4b-4b66-46f9-8456-831d9bc3e737" xmlns:ns3="d6656b4d-3fa0-4709-acfb-d5e813445d1e" targetNamespace="http://schemas.microsoft.com/office/2006/metadata/properties" ma:root="true" ma:fieldsID="0c34f3e70276db9d2471c2526b8de3df" ns2:_="" ns3:_="">
    <xsd:import namespace="37af3f4b-4b66-46f9-8456-831d9bc3e737"/>
    <xsd:import namespace="d6656b4d-3fa0-4709-acfb-d5e813445d1e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af3f4b-4b66-46f9-8456-831d9bc3e73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8e9e90a8-b24c-4be7-8760-a88b2cd47e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656b4d-3fa0-4709-acfb-d5e813445d1e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ebcf308-42de-4d63-b51a-b2360cc04078}" ma:internalName="TaxCatchAll" ma:showField="CatchAllData" ma:web="d6656b4d-3fa0-4709-acfb-d5e813445d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6656b4d-3fa0-4709-acfb-d5e813445d1e">
      <UserInfo>
        <DisplayName>Schott, Thomas H.</DisplayName>
        <AccountId>17</AccountId>
        <AccountType/>
      </UserInfo>
      <UserInfo>
        <DisplayName>Sarault, Olivia M</DisplayName>
        <AccountId>29</AccountId>
        <AccountType/>
      </UserInfo>
      <UserInfo>
        <DisplayName>Hiller, Kelly R</DisplayName>
        <AccountId>98</AccountId>
        <AccountType/>
      </UserInfo>
      <UserInfo>
        <DisplayName>Eddy, Abigail Ellen</DisplayName>
        <AccountId>46</AccountId>
        <AccountType/>
      </UserInfo>
      <UserInfo>
        <DisplayName>Gu, Yu Rain</DisplayName>
        <AccountId>77</AccountId>
        <AccountType/>
      </UserInfo>
      <UserInfo>
        <DisplayName>Reese, Kristy S</DisplayName>
        <AccountId>26</AccountId>
        <AccountType/>
      </UserInfo>
    </SharedWithUsers>
    <lcf76f155ced4ddcb4097134ff3c332f xmlns="37af3f4b-4b66-46f9-8456-831d9bc3e737">
      <Terms xmlns="http://schemas.microsoft.com/office/infopath/2007/PartnerControls"/>
    </lcf76f155ced4ddcb4097134ff3c332f>
    <TaxCatchAll xmlns="d6656b4d-3fa0-4709-acfb-d5e813445d1e" xsi:nil="true"/>
  </documentManagement>
</p:properties>
</file>

<file path=customXml/itemProps1.xml><?xml version="1.0" encoding="utf-8"?>
<ds:datastoreItem xmlns:ds="http://schemas.openxmlformats.org/officeDocument/2006/customXml" ds:itemID="{64D795B0-FAA0-424A-9B96-7691ED1EF2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7af3f4b-4b66-46f9-8456-831d9bc3e737"/>
    <ds:schemaRef ds:uri="d6656b4d-3fa0-4709-acfb-d5e813445d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5B64EEB-1B4A-4920-AA44-E234D7D487D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1DE0D6C-581B-4814-98E7-EF172D5D46A1}">
  <ds:schemaRefs>
    <ds:schemaRef ds:uri="http://schemas.microsoft.com/office/2006/documentManagement/types"/>
    <ds:schemaRef ds:uri="http://schemas.microsoft.com/office/2006/metadata/properties"/>
    <ds:schemaRef ds:uri="37af3f4b-4b66-46f9-8456-831d9bc3e737"/>
    <ds:schemaRef ds:uri="http://purl.org/dc/terms/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d6656b4d-3fa0-4709-acfb-d5e813445d1e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8273</TotalTime>
  <Words>224</Words>
  <Application>Microsoft Office PowerPoint</Application>
  <PresentationFormat>On-screen Show (4:3)</PresentationFormat>
  <Paragraphs>45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8" baseType="lpstr">
      <vt:lpstr>Arial</vt:lpstr>
      <vt:lpstr>Acumin Pro</vt:lpstr>
      <vt:lpstr>Acumin Pro Semibold</vt:lpstr>
      <vt:lpstr>Franklin Gothic Medium Cond</vt:lpstr>
      <vt:lpstr>Calibri</vt:lpstr>
      <vt:lpstr>Acumin Pro Medium</vt:lpstr>
      <vt:lpstr>Acumin Pro Condensed Semibold</vt:lpstr>
      <vt:lpstr>Franklin Gothic Medium</vt:lpstr>
      <vt:lpstr>Franklin Gothic Book</vt:lpstr>
      <vt:lpstr>Wingdings</vt:lpstr>
      <vt:lpstr>Office Theme</vt:lpstr>
      <vt:lpstr>Week 08</vt:lpstr>
      <vt:lpstr>This Week</vt:lpstr>
      <vt:lpstr>Design Changes</vt:lpstr>
      <vt:lpstr>Data Logging</vt:lpstr>
      <vt:lpstr>Schematic Edits</vt:lpstr>
      <vt:lpstr>Next Week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Ramona McCarthy</dc:creator>
  <cp:lastModifiedBy>Nathan Mingkuan Huang</cp:lastModifiedBy>
  <cp:revision>40</cp:revision>
  <dcterms:created xsi:type="dcterms:W3CDTF">2023-02-16T02:16:06Z</dcterms:created>
  <dcterms:modified xsi:type="dcterms:W3CDTF">2025-10-17T15:21:32Z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2023-02-20T19:00:53Z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b33bf962-ed92-4dd9-bc75-9825fb79b2e3</vt:lpwstr>
  </property>
  <property fmtid="{D5CDD505-2E9C-101B-9397-08002B2CF9AE}" pid="8" name="MSIP_Label_4044bd30-2ed7-4c9d-9d12-46200872a97b_ContentBits">
    <vt:lpwstr>0</vt:lpwstr>
  </property>
  <property fmtid="{D5CDD505-2E9C-101B-9397-08002B2CF9AE}" pid="9" name="ContentTypeId">
    <vt:lpwstr>0x01010054E202481DC1CB46AA011D949D311478</vt:lpwstr>
  </property>
  <property fmtid="{D5CDD505-2E9C-101B-9397-08002B2CF9AE}" pid="10" name="MediaServiceImageTags">
    <vt:lpwstr/>
  </property>
</Properties>
</file>