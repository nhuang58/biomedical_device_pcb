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5"/>
  </p:notesMasterIdLst>
  <p:sldIdLst>
    <p:sldId id="267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77" r:id="rId14"/>
  </p:sldIdLst>
  <p:sldSz cx="9144000" cy="6858000" type="screen4x3"/>
  <p:notesSz cx="6858000" cy="9144000"/>
  <p:embeddedFontLst>
    <p:embeddedFont>
      <p:font typeface="Acumin Pro Condensed Semibold" panose="020B0706020202020204" pitchFamily="34" charset="77"/>
      <p:regular r:id="rId16"/>
      <p:bold r:id="rId17"/>
      <p:italic r:id="rId18"/>
      <p:boldItalic r:id="rId19"/>
    </p:embeddedFont>
    <p:embeddedFont>
      <p:font typeface="Acumin Pro Medium" panose="020B0604020202020204" pitchFamily="34" charset="77"/>
      <p:regular r:id="rId20"/>
      <p:italic r:id="rId21"/>
    </p:embeddedFont>
    <p:embeddedFont>
      <p:font typeface="Franklin Gothic Book" panose="020B0503020102020204" pitchFamily="34" charset="0"/>
      <p:regular r:id="rId22"/>
      <p:italic r:id="rId23"/>
    </p:embeddedFont>
    <p:embeddedFont>
      <p:font typeface="Franklin Gothic Medium" panose="020B0603020102020204" pitchFamily="34" charset="0"/>
      <p:regular r:id="rId24"/>
      <p:italic r:id="rId25"/>
    </p:embeddedFont>
    <p:embeddedFont>
      <p:font typeface="Franklin Gothic Medium Cond" panose="020B0606030402020204" pitchFamily="3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130"/>
    <p:restoredTop sz="94361"/>
  </p:normalViewPr>
  <p:slideViewPr>
    <p:cSldViewPr snapToGrid="0">
      <p:cViewPr varScale="1">
        <p:scale>
          <a:sx n="108" d="100"/>
          <a:sy n="108" d="100"/>
        </p:scale>
        <p:origin x="776" y="192"/>
      </p:cViewPr>
      <p:guideLst>
        <p:guide orient="horz" pos="1080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9.fntdata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31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2BBC47-D7E9-E849-BE67-7366DB408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77278"/>
            <a:ext cx="7144105" cy="534037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29339"/>
            <a:ext cx="7144105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93720"/>
            <a:ext cx="714410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17643"/>
            <a:ext cx="7183861" cy="583733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17147"/>
            <a:ext cx="7183861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79275"/>
            <a:ext cx="7183861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C34E1-E044-0445-842B-2F1F9D1C9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049077"/>
            <a:ext cx="8450036" cy="685801"/>
          </a:xfrm>
        </p:spPr>
        <p:txBody>
          <a:bodyPr>
            <a:normAutofit/>
          </a:bodyPr>
          <a:lstStyle>
            <a:lvl1pPr algn="ctr" fontAlgn="b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" y="5754757"/>
            <a:ext cx="8450036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BCA5A-C755-0E4A-878C-D1822540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9144000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26450-0A2C-4A4B-95A5-6E0D1BC45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17D3B-55CD-0048-B746-CB10A28D4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8450036" cy="4454706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76393-33C8-0244-A117-D97655079C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EFC3C-29D1-EA4A-9C0C-4952B6183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56663" y="1543324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2353" y="1543323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896B7-E91D-CD4D-A891-824CE769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4" y="1543324"/>
            <a:ext cx="410230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706959" y="1543324"/>
            <a:ext cx="4094045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58084-BB32-E44F-B6BE-79DC4BE0EE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6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4"/>
            <a:ext cx="265085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52731" y="1543325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4470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54204" y="1532308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5943" y="3641256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2680-37A6-C442-ACC9-0E1A4F33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2" y="457200"/>
            <a:ext cx="3236117" cy="96409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2902" y="1570384"/>
            <a:ext cx="3236117" cy="429860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904" y="457200"/>
            <a:ext cx="4997195" cy="541178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DB49B-3FD4-EF4C-B023-17613C9AF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715222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AF4890-83F2-1B4C-9129-0943FD5BE6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1065" y="1543324"/>
            <a:ext cx="4397009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614933" y="3795305"/>
            <a:ext cx="2133141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51065" y="3795304"/>
            <a:ext cx="2133141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06DF57-624C-3D4C-9311-96AE05CC4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1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42900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43828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61085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227499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161085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10242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26571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227499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6144756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11170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144756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EDCCCDC-B335-96CB-3A28-8C862E3B1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166CBA-B0A5-A540-9E01-87761E8E4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6" y="1542763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508047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77415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46782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82716" y="3651151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556027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725394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31A4A5-899F-8948-AFF2-A9EECA71D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91490" y="3884038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4891392" y="5636914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E55CF-AD39-6942-BAFD-73E57A01F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965414" y="3884038"/>
            <a:ext cx="1835685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91490" y="3879120"/>
            <a:ext cx="1896687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8867" y="3395950"/>
            <a:ext cx="3872135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4884613" y="5631998"/>
            <a:ext cx="1884248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Acumin Pro" panose="020B0504020202020204" pitchFamily="34" charset="77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6965414" y="5641704"/>
            <a:ext cx="1823956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389377-4D07-D241-8D0E-8A871D181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5953857" y="1315895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3315718" y="1315896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677578" y="1315897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629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458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963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791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4102" y="143391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931" y="4043274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56F49F-59AA-23FB-4600-EC4D944973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458" y="2040673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6E053-97C0-F5A8-A5C6-62806699EAD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64791" y="2040672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23F7D4-DD74-2A27-4C24-052C4575CCD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102931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7476EE-9BD3-9249-BC1B-491B99321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5953662" y="1315893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3315523" y="1315894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677384" y="1315895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435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769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marL="0" marR="0" lvl="0" indent="0" algn="ctr" defTabSz="685800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908" y="143391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264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3453661" y="2065259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264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597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736" y="4043272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97061" y="2071425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1DA62-F518-7447-BD47-16E2421CCA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756438" y="1660596"/>
            <a:ext cx="1438515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758505" y="2160555"/>
            <a:ext cx="1436449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2284078" y="1660596"/>
            <a:ext cx="1438515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2286144" y="2160555"/>
            <a:ext cx="1436449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3811718" y="1660596"/>
            <a:ext cx="1438515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3813784" y="2160555"/>
            <a:ext cx="1436449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5339357" y="1660596"/>
            <a:ext cx="1438515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5341424" y="2160555"/>
            <a:ext cx="1436449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6866999" y="1660596"/>
            <a:ext cx="1438515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6869065" y="2160555"/>
            <a:ext cx="1436449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38" y="1783909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407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171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35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67000" y="1770870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487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2381484" y="2299864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90912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43676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6964405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76A537-883F-374A-AD56-EC40D0520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4"/>
            <a:ext cx="4936211" cy="6867524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-944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BD18-96E0-3342-A809-2FF8511966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5"/>
            <a:ext cx="4936211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21FF41-B1B2-D04A-8A0A-A90E998160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44E4A-5B5C-3341-99E5-E104859854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E352-9704-594E-BAD1-167251E51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6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1174" y="6295058"/>
            <a:ext cx="1339925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cumin Pro" panose="020B0504020202020204" pitchFamily="34" charset="77"/>
              </a:defRPr>
            </a:lvl1pPr>
          </a:lstStyle>
          <a:p>
            <a:pPr algn="r"/>
            <a:r>
              <a:rPr lang="en-US" dirty="0"/>
              <a:t>3/31/23            </a:t>
            </a:r>
            <a:fld id="{9F076166-0C3B-2C4F-B933-99EF0896CC3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064" y="1192696"/>
            <a:ext cx="8450036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706" r:id="rId13"/>
    <p:sldLayoutId id="2147483705" r:id="rId14"/>
    <p:sldLayoutId id="2147483707" r:id="rId15"/>
    <p:sldLayoutId id="2147483713" r:id="rId16"/>
    <p:sldLayoutId id="2147483709" r:id="rId17"/>
    <p:sldLayoutId id="2147483710" r:id="rId18"/>
    <p:sldLayoutId id="2147483653" r:id="rId19"/>
    <p:sldLayoutId id="2147483690" r:id="rId20"/>
    <p:sldLayoutId id="2147483704" r:id="rId21"/>
    <p:sldLayoutId id="2147483692" r:id="rId22"/>
    <p:sldLayoutId id="2147483693" r:id="rId23"/>
    <p:sldLayoutId id="2147483691" r:id="rId24"/>
    <p:sldLayoutId id="2147483703" r:id="rId25"/>
  </p:sldLayoutIdLst>
  <p:hf sldNum="0" hdr="0" dt="0"/>
  <p:txStyles>
    <p:titleStyle>
      <a:lvl1pPr algn="l" defTabSz="685800" rtl="0" eaLnBrk="1" fontAlgn="b" latinLnBrk="0" hangingPunct="1">
        <a:lnSpc>
          <a:spcPct val="90000"/>
        </a:lnSpc>
        <a:spcBef>
          <a:spcPct val="0"/>
        </a:spcBef>
        <a:buNone/>
        <a:defRPr lang="en-US" sz="36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7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None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cumin Pro Condensed Semibold" panose="020B0506020202020204" pitchFamily="34" charset="77"/>
              </a:rPr>
              <a:t>Week 13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Keel Bone Chicken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03/30/26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8EB3F-62C8-9AC5-2CE0-70DBBE67BD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Weekly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1C29-FDCE-BED1-CD5A-C89760CA9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PCB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New sizing for PCB discovered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Sensor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Strain &amp; force gauges received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Begin process of calibration on breadboard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Logger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Agriculture issues resolved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Device protocol changed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Powercast</a:t>
            </a:r>
            <a:r>
              <a:rPr lang="en-US" dirty="0"/>
              <a:t>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NDA should be addressed to Professor Nawrocki soon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Next Week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583019-436C-2C67-C2A5-1274BCF9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98AA-5631-3872-C08C-B7AA27779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2/10</a:t>
            </a:r>
          </a:p>
        </p:txBody>
      </p:sp>
    </p:spTree>
    <p:extLst>
      <p:ext uri="{BB962C8B-B14F-4D97-AF65-F5344CB8AC3E}">
        <p14:creationId xmlns:p14="http://schemas.microsoft.com/office/powerpoint/2010/main" val="83484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A2F927-B52E-44E1-4877-101AA056BF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New sizing for PCB discovered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ABF419-6111-9F02-6747-2BCDA2D099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Remeasured backpack: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Exterior: 37 mm x 44 mm x 16.5 mm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Interior: 42 mm x 34 mm x 14 mm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Changed sizing on second PCB variation: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Lost a bit of area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D210D4-3FC1-9972-023F-AC418F4F8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PCB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6FE91-0DE7-9F97-4F4A-FD1BA142D12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D80A2A-BA01-A226-8656-B1C530614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204560"/>
            <a:ext cx="3583498" cy="27934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21D630-0FFE-00CD-D6C3-BB3714365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3078471"/>
            <a:ext cx="4038392" cy="2919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049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42071-5575-0B72-FAA0-4E79D8CF4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D8D9F2F-12DD-C70E-BAA7-35D77A236C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Strain &amp; Force Gauges Received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4959F-54EB-E8A5-BF71-CC469F2C831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64C4EBF8-83CD-C9A9-0193-BF537796D8C3}"/>
              </a:ext>
            </a:extLst>
          </p:cNvPr>
          <p:cNvSpPr>
            <a:spLocks noGrp="1" noChangeAspect="1" noChangeArrowheads="1"/>
          </p:cNvSpPr>
          <p:nvPr>
            <p:ph type="body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Checked shipment areas for sensors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Both strain and force have arrived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835A67-91ED-7215-D119-13739F018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Sensor Updates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DD75C9-C51B-5133-846B-1D7D32F3C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143" y="2036174"/>
            <a:ext cx="2599613" cy="34690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D72B7D8-1CEA-7462-15DE-3CBD3F431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944" y="2701892"/>
            <a:ext cx="2088020" cy="3296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272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671E3-28F9-8331-24AD-6C239EDC2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03BAD2C-278D-8021-C163-F36BA5E513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Begin process of calibration on breadboard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C62C-A207-1886-E353-60B745F41E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69185" y="3886181"/>
            <a:ext cx="3780849" cy="222735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58D5FE-3DCD-C75F-E60D-A055F513C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Sensor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1AE96-3E42-53EB-EC76-AE38DD29F56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026" name="Picture 2" descr="Wheatstone Bridge Experiment">
            <a:extLst>
              <a:ext uri="{FF2B5EF4-FFF2-40B4-BE49-F238E27FC236}">
                <a16:creationId xmlns:a16="http://schemas.microsoft.com/office/drawing/2014/main" id="{6919621A-8DA5-B718-9229-FAD9680F7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9099" y="3544505"/>
            <a:ext cx="45720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58BF1DC-2F57-D425-F324-740D32624932}"/>
              </a:ext>
            </a:extLst>
          </p:cNvPr>
          <p:cNvSpPr txBox="1">
            <a:spLocks/>
          </p:cNvSpPr>
          <p:nvPr/>
        </p:nvSpPr>
        <p:spPr>
          <a:xfrm>
            <a:off x="342900" y="1543324"/>
            <a:ext cx="8450035" cy="4454706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0" indent="0" algn="l" defTabSz="685800" rtl="0" eaLnBrk="1" fontAlgn="t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1800" b="0" i="0" kern="1200" baseline="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Wheatstone bridge to calibrate strain gauge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~3% tolerance, hopefully can be hit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charge amplifier on PCB to calibrate force gauge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66BD6C-FB11-877E-1B44-2DE2848A0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66" y="3544505"/>
            <a:ext cx="2946400" cy="218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06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E3425-D326-8AD9-7E88-98C0A17E4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FC3EF0-7F0A-A025-77C4-4DF51AEAFA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Agriculture Issues Resolved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C44C3B8-C53A-0198-D6B3-BCAFE9B9D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Logger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60495-660D-B7EE-5D0D-27BD1679925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A52F8B6-2981-B5AB-F887-EE7AE6873144}"/>
              </a:ext>
            </a:extLst>
          </p:cNvPr>
          <p:cNvSpPr txBox="1">
            <a:spLocks/>
          </p:cNvSpPr>
          <p:nvPr/>
        </p:nvSpPr>
        <p:spPr>
          <a:xfrm>
            <a:off x="342900" y="1543324"/>
            <a:ext cx="8450035" cy="4454706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0" indent="0" algn="l" defTabSz="685800" rtl="0" eaLnBrk="1" fontAlgn="t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1800" b="0" i="0" kern="1200" baseline="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Agriculture was using broken devices for some of the testing, got that resolved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Needed a better fix for the excess power that might have been draining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 maximum records to an even higher constraint</a:t>
            </a:r>
          </a:p>
        </p:txBody>
      </p:sp>
    </p:spTree>
    <p:extLst>
      <p:ext uri="{BB962C8B-B14F-4D97-AF65-F5344CB8AC3E}">
        <p14:creationId xmlns:p14="http://schemas.microsoft.com/office/powerpoint/2010/main" val="3640280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77A43-24EF-0D49-B6E6-AC3C0FD7D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8E7F27-A10A-3583-D154-65BC02B69F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Device Protocol Changes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26FB93E-E2A5-F39B-F222-6EA0C152D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Logger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15708-AE8D-5E44-CC90-DFD4DD28B16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8AAAC36-5C8E-9464-6ACF-14473B5BD8C6}"/>
              </a:ext>
            </a:extLst>
          </p:cNvPr>
          <p:cNvSpPr txBox="1">
            <a:spLocks/>
          </p:cNvSpPr>
          <p:nvPr/>
        </p:nvSpPr>
        <p:spPr>
          <a:xfrm>
            <a:off x="342900" y="1543324"/>
            <a:ext cx="8450035" cy="4454706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0" indent="0" algn="l" defTabSz="685800" rtl="0" eaLnBrk="1" fontAlgn="t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1800" b="0" i="0" kern="1200" baseline="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Turned off unnecessary parts of the device if not going to be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be easily changed or modified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8D63FD-5C7B-C5D3-6605-8F3EC535E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312" y="2833752"/>
            <a:ext cx="3765566" cy="31642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45E0BF-8DFE-DEC3-BC0F-096779B70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88" y="3429000"/>
            <a:ext cx="4256432" cy="2481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031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49F17-E163-84CB-8257-B936C4F7D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5DB6C5E-9ED5-6EEC-D010-9D81719C76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NDA should be addressed to Professor Nawrocki soon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9D4051-0A92-1F4F-4C49-D4F77FBE2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Powercast</a:t>
            </a:r>
            <a:r>
              <a:rPr lang="en-US" dirty="0"/>
              <a:t>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610F2-E05B-EB0B-CF61-322AC94240B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AECFC53-9CBA-A43B-5BCB-09D9A3CBCD3E}"/>
              </a:ext>
            </a:extLst>
          </p:cNvPr>
          <p:cNvSpPr txBox="1">
            <a:spLocks/>
          </p:cNvSpPr>
          <p:nvPr/>
        </p:nvSpPr>
        <p:spPr>
          <a:xfrm>
            <a:off x="342900" y="1543324"/>
            <a:ext cx="8450035" cy="4454706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0" indent="0" algn="l" defTabSz="685800" rtl="0" eaLnBrk="1" fontAlgn="t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1800" b="0" i="0" kern="1200" baseline="0">
                <a:solidFill>
                  <a:schemeClr val="tx1"/>
                </a:solidFill>
                <a:latin typeface="Acumin Pro" panose="020B0504020202020204" pitchFamily="34" charset="77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135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Asked Dan Harrist for a version of the NDA to be sent to Professor Nawrocki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NDA should be arriving to </a:t>
            </a:r>
            <a:r>
              <a:rPr lang="en-US" dirty="0" err="1"/>
              <a:t>purdue</a:t>
            </a:r>
            <a:r>
              <a:rPr lang="en-US" dirty="0"/>
              <a:t> email soon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Also asked for clarification on P2110B and P1110B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324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D72587-DF24-E361-3C87-CFAE3C408C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Next Week’s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18513-FBE2-EBBB-125E-FA48BA6B1B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Finalize Paper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Ask </a:t>
            </a:r>
            <a:r>
              <a:rPr lang="en-US" dirty="0" err="1"/>
              <a:t>Omosalewa</a:t>
            </a:r>
            <a:r>
              <a:rPr lang="en-US" dirty="0"/>
              <a:t> for a recording of the data as it is collected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Match up chicken results to chicken video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Edit the video so such results are shown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 final data analysis on data collected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8C5F57F-D41F-FAF8-68C5-CD8D95AF8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33180-B8A6-C9B8-09AC-F39A8DDB0F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025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BDCD-BC38-D4A8-A210-EA02F2610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Purdue Polytechnic Institute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Standard-20230329" id="{27BFFCF5-3893-564F-9D79-7211049AF84A}" vid="{DA483483-262C-8944-9745-BAAE7317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Props1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DE0D6C-581B-4814-98E7-EF172D5D46A1}">
  <ds:schemaRefs>
    <ds:schemaRef ds:uri="http://purl.org/dc/elements/1.1/"/>
    <ds:schemaRef ds:uri="http://schemas.microsoft.com/office/2006/documentManagement/types"/>
    <ds:schemaRef ds:uri="d6656b4d-3fa0-4709-acfb-d5e813445d1e"/>
    <ds:schemaRef ds:uri="http://purl.org/dc/terms/"/>
    <ds:schemaRef ds:uri="http://schemas.microsoft.com/office/infopath/2007/PartnerControls"/>
    <ds:schemaRef ds:uri="37af3f4b-4b66-46f9-8456-831d9bc3e737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29483</TotalTime>
  <Words>314</Words>
  <Application>Microsoft Macintosh PowerPoint</Application>
  <PresentationFormat>On-screen Show (4:3)</PresentationFormat>
  <Paragraphs>68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Acumin Pro Semibold</vt:lpstr>
      <vt:lpstr>Franklin Gothic Medium</vt:lpstr>
      <vt:lpstr>Acumin Pro Condensed Semibold</vt:lpstr>
      <vt:lpstr>Arial</vt:lpstr>
      <vt:lpstr>Acumin Pro Medium</vt:lpstr>
      <vt:lpstr>Calibri</vt:lpstr>
      <vt:lpstr>Franklin Gothic Book</vt:lpstr>
      <vt:lpstr>Franklin Gothic Medium Cond</vt:lpstr>
      <vt:lpstr>Wingdings</vt:lpstr>
      <vt:lpstr>Acumin Pro</vt:lpstr>
      <vt:lpstr>Office Theme</vt:lpstr>
      <vt:lpstr>Week 13</vt:lpstr>
      <vt:lpstr>This Week</vt:lpstr>
      <vt:lpstr>PCB Updates</vt:lpstr>
      <vt:lpstr>Sensor Updates</vt:lpstr>
      <vt:lpstr>Sensor Updates</vt:lpstr>
      <vt:lpstr>Data Logger Updates</vt:lpstr>
      <vt:lpstr>Data Logger Updates</vt:lpstr>
      <vt:lpstr>Powercast Updates</vt:lpstr>
      <vt:lpstr>Next Week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McCarthy</dc:creator>
  <cp:lastModifiedBy>Nathan Mingkuan Huang</cp:lastModifiedBy>
  <cp:revision>97</cp:revision>
  <cp:lastPrinted>2026-03-30T16:32:53Z</cp:lastPrinted>
  <dcterms:created xsi:type="dcterms:W3CDTF">2023-02-16T02:16:06Z</dcterms:created>
  <dcterms:modified xsi:type="dcterms:W3CDTF">2026-04-06T16:56:44Z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