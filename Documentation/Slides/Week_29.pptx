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4"/>
  </p:sldMasterIdLst>
  <p:notesMasterIdLst>
    <p:notesMasterId r:id="rId17"/>
  </p:notesMasterIdLst>
  <p:sldIdLst>
    <p:sldId id="267" r:id="rId5"/>
    <p:sldId id="279" r:id="rId6"/>
    <p:sldId id="280" r:id="rId7"/>
    <p:sldId id="281" r:id="rId8"/>
    <p:sldId id="282" r:id="rId9"/>
    <p:sldId id="283" r:id="rId10"/>
    <p:sldId id="284" r:id="rId11"/>
    <p:sldId id="285" r:id="rId12"/>
    <p:sldId id="287" r:id="rId13"/>
    <p:sldId id="288" r:id="rId14"/>
    <p:sldId id="286" r:id="rId15"/>
    <p:sldId id="277" r:id="rId16"/>
  </p:sldIdLst>
  <p:sldSz cx="9144000" cy="6858000" type="screen4x3"/>
  <p:notesSz cx="6858000" cy="9144000"/>
  <p:embeddedFontLst>
    <p:embeddedFont>
      <p:font typeface="Acumin Pro Condensed Semibold" panose="020B0706020202020204"/>
      <p:regular r:id="rId18"/>
      <p:bold r:id="rId19"/>
      <p:italic r:id="rId20"/>
      <p:boldItalic r:id="rId21"/>
    </p:embeddedFont>
    <p:embeddedFont>
      <p:font typeface="Acumin Pro Medium" panose="020B0604020202020204" pitchFamily="34" charset="77"/>
      <p:regular r:id="rId22"/>
      <p:italic r:id="rId23"/>
    </p:embeddedFont>
    <p:embeddedFont>
      <p:font typeface="Franklin Gothic Book" panose="020B0503020102020204" pitchFamily="34" charset="0"/>
      <p:regular r:id="rId24"/>
      <p:italic r:id="rId25"/>
    </p:embeddedFont>
    <p:embeddedFont>
      <p:font typeface="Franklin Gothic Medium" panose="020B0603020102020204" pitchFamily="34" charset="0"/>
      <p:regular r:id="rId26"/>
      <p:italic r:id="rId27"/>
    </p:embeddedFont>
    <p:embeddedFont>
      <p:font typeface="Franklin Gothic Medium Cond" panose="020B0606030402020204" pitchFamily="34" charset="0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80" userDrawn="1">
          <p15:clr>
            <a:srgbClr val="A4A3A4"/>
          </p15:clr>
        </p15:guide>
        <p15:guide id="2" pos="23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26CE219-6CB4-4D82-2315-C217F06FFCCD}" name="Hiller, Kelly R" initials="HKR" userId="S::khiller@purdue.edu::b25b1487-7f5e-4b7f-a0b2-f8bcb0b1ea5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B991"/>
    <a:srgbClr val="DDB945"/>
    <a:srgbClr val="EBD9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130"/>
    <p:restoredTop sz="94361"/>
  </p:normalViewPr>
  <p:slideViewPr>
    <p:cSldViewPr snapToGrid="0">
      <p:cViewPr varScale="1">
        <p:scale>
          <a:sx n="125" d="100"/>
          <a:sy n="125" d="100"/>
        </p:scale>
        <p:origin x="256" y="-184"/>
      </p:cViewPr>
      <p:guideLst>
        <p:guide orient="horz" pos="1080"/>
        <p:guide pos="23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" Type="http://schemas.openxmlformats.org/officeDocument/2006/relationships/customXml" Target="../customXml/item3.xml"/><Relationship Id="rId21" Type="http://schemas.openxmlformats.org/officeDocument/2006/relationships/font" Target="fonts/font4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33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font" Target="fonts/font3.fntdata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7.fntdata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10" Type="http://schemas.openxmlformats.org/officeDocument/2006/relationships/slide" Target="slides/slide6.xml"/><Relationship Id="rId19" Type="http://schemas.openxmlformats.org/officeDocument/2006/relationships/font" Target="fonts/font2.fntdata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viewProps" Target="viewProps.xml"/><Relationship Id="rId8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926CF7-48D8-2F46-AFC8-8A5D2298DFDD}" type="datetimeFigureOut">
              <a:rPr lang="en-US" smtClean="0"/>
              <a:t>4/17/26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7BF745-0557-B241-863F-056113C70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74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3316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6310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82BBC47-D7E9-E849-BE67-7366DB4087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77278"/>
            <a:ext cx="7144105" cy="534037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29339"/>
            <a:ext cx="7144105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0" i="0">
                <a:solidFill>
                  <a:schemeClr val="bg2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76FFA1BC-72F9-9048-3E39-D300A3A6A5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93720"/>
            <a:ext cx="714410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fld id="{C7124C19-F609-8C4C-8116-78E353E3E672}" type="datetime1">
              <a:rPr lang="en-US" smtClean="0"/>
              <a:t>3/29/23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527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itle 6">
            <a:extLst>
              <a:ext uri="{FF2B5EF4-FFF2-40B4-BE49-F238E27FC236}">
                <a16:creationId xmlns:a16="http://schemas.microsoft.com/office/drawing/2014/main" id="{B1EEEEC0-D7E4-4DE5-4E3D-FAAD9ABA89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17643"/>
            <a:ext cx="7183861" cy="583733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8EDB9B8-C811-84E9-5F58-0130F3A805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17147"/>
            <a:ext cx="7183861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1" i="0">
                <a:solidFill>
                  <a:schemeClr val="tx1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24BF34A7-30DF-7BD2-A5A2-434BBF6672C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79275"/>
            <a:ext cx="7183861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3/31/23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AC34E1-E044-0445-842B-2F1F9D1C92C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9252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34176D92-8FAB-782E-E607-5D0C5CC9C2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9144000" cy="6858000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FDAFB6-8BB6-ADBB-6574-5B0C25E7B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229" y="5049077"/>
            <a:ext cx="8450036" cy="685801"/>
          </a:xfrm>
        </p:spPr>
        <p:txBody>
          <a:bodyPr>
            <a:normAutofit/>
          </a:bodyPr>
          <a:lstStyle>
            <a:lvl1pPr algn="ctr" fontAlgn="b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5FF931D0-D7E7-D9E1-3CCC-83299A0922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229" y="5754757"/>
            <a:ext cx="8450036" cy="449263"/>
          </a:xfrm>
        </p:spPr>
        <p:txBody>
          <a:bodyPr>
            <a:noAutofit/>
          </a:bodyPr>
          <a:lstStyle>
            <a:lvl1pPr marL="0" indent="0" algn="ctr">
              <a:buFontTx/>
              <a:buNone/>
              <a:defRPr sz="20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9BCA5A-C755-0E4A-878C-D1822540E2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611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9525"/>
            <a:ext cx="9144000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CA0E95C-D44C-0BD3-29E1-C39EBAC823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212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0226450-0A2C-4A4B-95A5-6E0D1BC45A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432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2317D3B-55CD-0048-B746-CB10A28D4E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872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628D381-488B-4C1C-32F0-1D389C1FF7E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51064" y="1543324"/>
            <a:ext cx="8450036" cy="4454706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EE0A7E-143D-2A83-397F-55801DA06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65EE62C3-A7DA-7701-DE4B-C1A290C4FAE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F54FE2-5844-7885-7089-16924C393EB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9F76393-33C8-0244-A117-D97655079C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9036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F449F3F-4187-E891-E28D-ABAA40118134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731868" y="1543324"/>
            <a:ext cx="4069232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FC4CE19-DA95-2729-993D-BB0D45B6B56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E23E79-165A-C0A0-34F4-D4CD4FAC54E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5EEFC3C-29D1-EA4A-9C0C-4952B61838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963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6" y="1543324"/>
            <a:ext cx="2630674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6D77F14-E88B-D0A5-6F63-E4DA45A7CD6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3256663" y="1543324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A95E987-1BAB-5DE6-3A52-75935C62985E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6182353" y="1543323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CA31FF2-2F1A-7D0F-36B0-1773F6A9AB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E20F0F-7917-55BD-382B-A4E02410819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12896B7-E91D-CD4D-A891-824CE769BC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714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5" y="3652273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4" y="1543324"/>
            <a:ext cx="410230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706959" y="1543324"/>
            <a:ext cx="4094045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698697" y="3652272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1641B97-9FFC-02AC-9A83-AD9CF1F958B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8D58084-BB32-E44F-B6BE-79DC4BE0EE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6850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6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4"/>
            <a:ext cx="265085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252731" y="1543325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44470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6154204" y="1532308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347E27B2-1DE2-3469-81EF-9EBD7DC7AFB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45943" y="3641256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039C530-4D1F-8F28-146E-3ECC4BBCE9E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64C2680-37A6-C442-ACC9-0E1A4F33FD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7671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27402-16CB-60F1-259A-4E1A16194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2" y="457200"/>
            <a:ext cx="3236117" cy="964096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889552-EB9F-6D72-9130-E107C02C22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2902" y="1570384"/>
            <a:ext cx="3236117" cy="4298605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5F6EAB8-D2BB-0BDE-C7AC-895B69CA5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3904" y="457200"/>
            <a:ext cx="4997195" cy="541178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C4977-AD33-556A-2AED-7416F7D439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D2DB49B-3FD4-EF4C-B023-17613C9AF5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90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7832766-AA56-63AE-E2AA-9A2947343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CF92D672-5C11-B647-ADA7-722837BA86C0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4715222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6AFB8997-E903-BD34-CBB7-A70F3BD090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3135B86-20D4-13D9-0376-A64DF5C381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0AF4890-83F2-1B4C-9129-0943FD5BE6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17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y with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51065" y="1543324"/>
            <a:ext cx="4397009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1820" y="1543322"/>
            <a:ext cx="3847445" cy="4307573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2614933" y="3795305"/>
            <a:ext cx="2133141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51065" y="3795304"/>
            <a:ext cx="2133141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DA9D6A4-F44C-720B-EF21-A331231A647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506DF57-624C-3D4C-9311-96AE05CC4C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244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6571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42900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60A3B0E8-AC0D-A169-37E3-2D123D6EBF24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3243828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40970D8-E511-89A8-FC5C-6DB37485ADE3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161085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B04B79A-B4BD-0306-3D46-D570E1F51CA6}"/>
              </a:ext>
            </a:extLst>
          </p:cNvPr>
          <p:cNvSpPr>
            <a:spLocks noGrp="1"/>
          </p:cNvSpPr>
          <p:nvPr>
            <p:ph type="body" sz="half" idx="18"/>
          </p:nvPr>
        </p:nvSpPr>
        <p:spPr>
          <a:xfrm>
            <a:off x="3227499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50B4796-C4B7-C272-5ADD-7D6C896B703E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6161085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4633AE4D-056F-FC97-1F10-877F247AB319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310242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19716662-3C77-F831-E45C-F9EA49810F58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326571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1ED1A14F-5E0D-476E-9C60-BD987EFC4940}"/>
              </a:ext>
            </a:extLst>
          </p:cNvPr>
          <p:cNvSpPr>
            <a:spLocks noGrp="1"/>
          </p:cNvSpPr>
          <p:nvPr>
            <p:ph type="pic" idx="22"/>
          </p:nvPr>
        </p:nvSpPr>
        <p:spPr>
          <a:xfrm>
            <a:off x="3227499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A0003A4C-26CB-DD7F-0B22-024AFB58DC67}"/>
              </a:ext>
            </a:extLst>
          </p:cNvPr>
          <p:cNvSpPr>
            <a:spLocks noGrp="1"/>
          </p:cNvSpPr>
          <p:nvPr>
            <p:ph type="pic" idx="23"/>
          </p:nvPr>
        </p:nvSpPr>
        <p:spPr>
          <a:xfrm>
            <a:off x="6144756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08CE8D58-56A2-6AE5-AB18-C53F4134DD88}"/>
              </a:ext>
            </a:extLst>
          </p:cNvPr>
          <p:cNvSpPr>
            <a:spLocks noGrp="1"/>
          </p:cNvSpPr>
          <p:nvPr>
            <p:ph type="body" sz="half" idx="24"/>
          </p:nvPr>
        </p:nvSpPr>
        <p:spPr>
          <a:xfrm>
            <a:off x="3211170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7A4C2D1F-1A58-AC60-F606-B816E5F23FFF}"/>
              </a:ext>
            </a:extLst>
          </p:cNvPr>
          <p:cNvSpPr>
            <a:spLocks noGrp="1"/>
          </p:cNvSpPr>
          <p:nvPr>
            <p:ph type="body" sz="half" idx="25"/>
          </p:nvPr>
        </p:nvSpPr>
        <p:spPr>
          <a:xfrm>
            <a:off x="6144756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0D3EBD5-219C-5B88-5FAA-E3535228FBDB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7EDCCCDC-B335-96CB-3A28-8C862E3B1B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0D166CBA-B0A5-A540-9E01-87761E8E4E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330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6" y="1542763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508047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4677415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6223A017-A902-92C1-8A99-7D45B08D860D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846782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FE352EAA-3DC6-450E-518D-B55638975ECE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1382716" y="3651151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1E5E3807-051E-4D4B-1143-A6B4BDDBB5D8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3556027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9659EF4B-6B57-DE2A-B33A-D60A659CFE6D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5725394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0B1371B0-95CE-4462-18BB-F77CBC19BF8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631A4A5-899F-8948-AFF2-A9EECA71DA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3131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891490" y="3884038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7A134D-7A3A-AD4B-91DF-57347E308706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581B053-21C8-C0AD-58C7-637A6315D1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91295" y="3395950"/>
            <a:ext cx="3909707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B2033E-9DB9-9A2B-D4C5-6D8960838D22}"/>
              </a:ext>
            </a:extLst>
          </p:cNvPr>
          <p:cNvSpPr/>
          <p:nvPr userDrawn="1"/>
        </p:nvSpPr>
        <p:spPr>
          <a:xfrm>
            <a:off x="4891392" y="5636914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F02FFCFA-A84F-7535-4A5F-29A5FC646063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891295" y="5636914"/>
            <a:ext cx="3909610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2785C5DB-355E-CD09-6EF5-58F892E8FB6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DCE55CF-AD39-6942-BAFD-73E57A01F7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527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3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965414" y="3884038"/>
            <a:ext cx="1835685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891490" y="3879120"/>
            <a:ext cx="1896687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AC4E08-5A51-BF4F-655E-4E54DD771548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7D80C23-74F3-F853-02BF-83C743039F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28867" y="3395950"/>
            <a:ext cx="3872135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F22EB8-4EFD-86A4-8EB8-8A4F1A1AA2DF}"/>
              </a:ext>
            </a:extLst>
          </p:cNvPr>
          <p:cNvSpPr/>
          <p:nvPr userDrawn="1"/>
        </p:nvSpPr>
        <p:spPr>
          <a:xfrm>
            <a:off x="4884613" y="5631998"/>
            <a:ext cx="1884248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b="0" i="0">
              <a:latin typeface="Acumin Pro" panose="020B0504020202020204" pitchFamily="34" charset="77"/>
            </a:endParaRP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6A4B2AA-E0AE-18DD-BAA3-AF2A9CA6987A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921990" y="5631998"/>
            <a:ext cx="1866186" cy="3027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8B5CD1-FF93-2C9C-1BFF-73A3CE39E65D}"/>
              </a:ext>
            </a:extLst>
          </p:cNvPr>
          <p:cNvSpPr/>
          <p:nvPr userDrawn="1"/>
        </p:nvSpPr>
        <p:spPr>
          <a:xfrm>
            <a:off x="6965414" y="5641704"/>
            <a:ext cx="1823956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C52272AC-9734-6D60-9441-B5E7B9E4E372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7002791" y="5641704"/>
            <a:ext cx="1806473" cy="302715"/>
          </a:xfrm>
        </p:spPr>
        <p:txBody>
          <a:bodyPr>
            <a:no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BE9F3313-6532-97CE-1E0D-3A21EA40A39C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3389377-4D07-D241-8D0E-8A871D181FF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4418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4CFF414-FA47-F7EC-7EFB-7073E26BB831}"/>
              </a:ext>
            </a:extLst>
          </p:cNvPr>
          <p:cNvSpPr/>
          <p:nvPr userDrawn="1"/>
        </p:nvSpPr>
        <p:spPr>
          <a:xfrm>
            <a:off x="5953857" y="1315895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3C0F4F-1E76-E3A4-E5AA-8FA79C7C69FB}"/>
              </a:ext>
            </a:extLst>
          </p:cNvPr>
          <p:cNvSpPr/>
          <p:nvPr userDrawn="1"/>
        </p:nvSpPr>
        <p:spPr>
          <a:xfrm>
            <a:off x="3315718" y="1315896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7105CB-DECE-0616-2A57-776784CFC1CB}"/>
              </a:ext>
            </a:extLst>
          </p:cNvPr>
          <p:cNvSpPr/>
          <p:nvPr userDrawn="1"/>
        </p:nvSpPr>
        <p:spPr>
          <a:xfrm>
            <a:off x="677578" y="1315897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813FE17-B697-FB87-4ED6-D832D798E9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629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B65CB9D-AA49-05C2-2100-C63D32C82B8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458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43204028-135E-83A2-B94A-693154F531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963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D4E810FD-2D00-764A-B144-B235C21E32F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791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0A71EF50-386A-A3B9-93FB-6EF179A4EE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4102" y="143391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3" name="Picture Placeholder 10">
            <a:extLst>
              <a:ext uri="{FF2B5EF4-FFF2-40B4-BE49-F238E27FC236}">
                <a16:creationId xmlns:a16="http://schemas.microsoft.com/office/drawing/2014/main" id="{6AE17ED9-FDD9-34C3-1F7D-9A8EA4C4B40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931" y="4043274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D3ED32-45F9-B948-371F-67E8465B2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0F278F-8AAE-FA0B-4B47-AB0FFECE69F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3856F49F-59AA-23FB-4600-EC4D944973C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458" y="2040673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CA6E053-97C0-F5A8-A5C6-62806699EADE}"/>
              </a:ext>
            </a:extLst>
          </p:cNvPr>
          <p:cNvSpPr>
            <a:spLocks noGrp="1"/>
          </p:cNvSpPr>
          <p:nvPr>
            <p:ph type="body" sz="half" idx="20" hasCustomPrompt="1"/>
          </p:nvPr>
        </p:nvSpPr>
        <p:spPr>
          <a:xfrm>
            <a:off x="3464791" y="2040672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823F7D4-DD74-2A27-4C24-052C4575CCDF}"/>
              </a:ext>
            </a:extLst>
          </p:cNvPr>
          <p:cNvSpPr>
            <a:spLocks noGrp="1"/>
          </p:cNvSpPr>
          <p:nvPr>
            <p:ph type="body" sz="half" idx="21" hasCustomPrompt="1"/>
          </p:nvPr>
        </p:nvSpPr>
        <p:spPr>
          <a:xfrm>
            <a:off x="6102931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77476EE-9BD3-9249-BC1B-491B99321F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7126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G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C98D576-4759-5408-883D-2E56D9D0F603}"/>
              </a:ext>
            </a:extLst>
          </p:cNvPr>
          <p:cNvSpPr/>
          <p:nvPr userDrawn="1"/>
        </p:nvSpPr>
        <p:spPr>
          <a:xfrm>
            <a:off x="5953662" y="1315893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C44A1A-1D1D-F2D9-8EC1-EFF25EBA1FB0}"/>
              </a:ext>
            </a:extLst>
          </p:cNvPr>
          <p:cNvSpPr/>
          <p:nvPr userDrawn="1"/>
        </p:nvSpPr>
        <p:spPr>
          <a:xfrm>
            <a:off x="3315523" y="1315894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38D75A-DD50-6C6E-0A9D-7F77E72C780A}"/>
              </a:ext>
            </a:extLst>
          </p:cNvPr>
          <p:cNvSpPr/>
          <p:nvPr userDrawn="1"/>
        </p:nvSpPr>
        <p:spPr>
          <a:xfrm>
            <a:off x="677384" y="1315895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76A1563-09E6-06B6-EC4A-8E309CC57B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435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AF401EC8-7352-A985-133C-726A718A9E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769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marL="0" marR="0" lvl="0" indent="0" algn="ctr" defTabSz="685800" rtl="0" eaLnBrk="1" fontAlgn="t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edit Subhead</a:t>
            </a: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1A04C69-EC92-81B2-FCD5-39464C669B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3908" y="143391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AE5BF8CB-9477-F598-75C4-6F35D608B35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264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AE6CE746-1703-63A8-BBD4-546AD104E27E}"/>
              </a:ext>
            </a:extLst>
          </p:cNvPr>
          <p:cNvSpPr>
            <a:spLocks noGrp="1"/>
          </p:cNvSpPr>
          <p:nvPr>
            <p:ph type="body" sz="half" idx="24" hasCustomPrompt="1"/>
          </p:nvPr>
        </p:nvSpPr>
        <p:spPr>
          <a:xfrm>
            <a:off x="3453661" y="2065259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33" name="Picture Placeholder 10">
            <a:extLst>
              <a:ext uri="{FF2B5EF4-FFF2-40B4-BE49-F238E27FC236}">
                <a16:creationId xmlns:a16="http://schemas.microsoft.com/office/drawing/2014/main" id="{53952BA5-2190-5106-0EBD-DA1D15EFBB9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264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4" name="Picture Placeholder 10">
            <a:extLst>
              <a:ext uri="{FF2B5EF4-FFF2-40B4-BE49-F238E27FC236}">
                <a16:creationId xmlns:a16="http://schemas.microsoft.com/office/drawing/2014/main" id="{835FE666-CADC-4DB4-80A4-BFD9823DE0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597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5" name="Picture Placeholder 10">
            <a:extLst>
              <a:ext uri="{FF2B5EF4-FFF2-40B4-BE49-F238E27FC236}">
                <a16:creationId xmlns:a16="http://schemas.microsoft.com/office/drawing/2014/main" id="{AECA5017-0E7C-4957-02B2-65FA6C1F6E5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736" y="4043272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9F4CE92C-83FA-CA44-69CB-E6229E144199}"/>
              </a:ext>
            </a:extLst>
          </p:cNvPr>
          <p:cNvSpPr>
            <a:spLocks noGrp="1"/>
          </p:cNvSpPr>
          <p:nvPr>
            <p:ph type="body" sz="half" idx="25" hasCustomPrompt="1"/>
          </p:nvPr>
        </p:nvSpPr>
        <p:spPr>
          <a:xfrm>
            <a:off x="6097061" y="2071425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4DDE6D-DD47-E873-4306-EBFC1F91F6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911DA62-F518-7447-BD47-16E2421CCA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9466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5 Color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79A34A-6A6B-FC98-1EC8-8347FAB1A48F}"/>
              </a:ext>
            </a:extLst>
          </p:cNvPr>
          <p:cNvSpPr/>
          <p:nvPr userDrawn="1"/>
        </p:nvSpPr>
        <p:spPr>
          <a:xfrm>
            <a:off x="756438" y="1660596"/>
            <a:ext cx="1438515" cy="4364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3F2A76-73C1-7478-1C52-F70D9B50BC0A}"/>
              </a:ext>
            </a:extLst>
          </p:cNvPr>
          <p:cNvSpPr/>
          <p:nvPr userDrawn="1"/>
        </p:nvSpPr>
        <p:spPr>
          <a:xfrm>
            <a:off x="758505" y="2160555"/>
            <a:ext cx="1436449" cy="323350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6525D0-8078-E003-46A7-FFCB83C221E0}"/>
              </a:ext>
            </a:extLst>
          </p:cNvPr>
          <p:cNvSpPr/>
          <p:nvPr userDrawn="1"/>
        </p:nvSpPr>
        <p:spPr>
          <a:xfrm>
            <a:off x="2284078" y="1660596"/>
            <a:ext cx="1438515" cy="43641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6AD059-9160-4AE4-0F86-92FB0AAD082C}"/>
              </a:ext>
            </a:extLst>
          </p:cNvPr>
          <p:cNvSpPr/>
          <p:nvPr userDrawn="1"/>
        </p:nvSpPr>
        <p:spPr>
          <a:xfrm>
            <a:off x="2286144" y="2160555"/>
            <a:ext cx="1436449" cy="323350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F701C0-7A2F-0B95-E95C-07302A14CA56}"/>
              </a:ext>
            </a:extLst>
          </p:cNvPr>
          <p:cNvSpPr/>
          <p:nvPr userDrawn="1"/>
        </p:nvSpPr>
        <p:spPr>
          <a:xfrm>
            <a:off x="3811718" y="1660596"/>
            <a:ext cx="1438515" cy="4364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786ED8-9187-C7FB-F774-CE52A2971FFD}"/>
              </a:ext>
            </a:extLst>
          </p:cNvPr>
          <p:cNvSpPr/>
          <p:nvPr userDrawn="1"/>
        </p:nvSpPr>
        <p:spPr>
          <a:xfrm>
            <a:off x="3813784" y="2160555"/>
            <a:ext cx="1436449" cy="323350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6F5635-02F3-829F-B778-4A766D8D4A2D}"/>
              </a:ext>
            </a:extLst>
          </p:cNvPr>
          <p:cNvSpPr/>
          <p:nvPr userDrawn="1"/>
        </p:nvSpPr>
        <p:spPr>
          <a:xfrm>
            <a:off x="5339357" y="1660596"/>
            <a:ext cx="1438515" cy="43641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BD6A50-2E1C-FDDB-2F9B-D9101B8535C5}"/>
              </a:ext>
            </a:extLst>
          </p:cNvPr>
          <p:cNvSpPr/>
          <p:nvPr userDrawn="1"/>
        </p:nvSpPr>
        <p:spPr>
          <a:xfrm>
            <a:off x="5341424" y="2160555"/>
            <a:ext cx="1436449" cy="323350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39B4FF-413F-3DBC-C6E4-087C951C5464}"/>
              </a:ext>
            </a:extLst>
          </p:cNvPr>
          <p:cNvSpPr/>
          <p:nvPr userDrawn="1"/>
        </p:nvSpPr>
        <p:spPr>
          <a:xfrm>
            <a:off x="6866999" y="1660596"/>
            <a:ext cx="1438515" cy="43641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CB8434E-9F38-4592-327E-51A570C73E09}"/>
              </a:ext>
            </a:extLst>
          </p:cNvPr>
          <p:cNvSpPr/>
          <p:nvPr userDrawn="1"/>
        </p:nvSpPr>
        <p:spPr>
          <a:xfrm>
            <a:off x="6869065" y="2160555"/>
            <a:ext cx="1436449" cy="323350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44" name="Text Placeholder 6">
            <a:extLst>
              <a:ext uri="{FF2B5EF4-FFF2-40B4-BE49-F238E27FC236}">
                <a16:creationId xmlns:a16="http://schemas.microsoft.com/office/drawing/2014/main" id="{1BA8130D-B7F2-9815-5056-6F334D4BBAE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6438" y="1783909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A41A66E4-0B84-E1FB-88CD-3E0E6E80C49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28407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6" name="Text Placeholder 6">
            <a:extLst>
              <a:ext uri="{FF2B5EF4-FFF2-40B4-BE49-F238E27FC236}">
                <a16:creationId xmlns:a16="http://schemas.microsoft.com/office/drawing/2014/main" id="{235E5CE7-3D80-1BB5-DACD-8A63CA927E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81171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7" name="Text Placeholder 6">
            <a:extLst>
              <a:ext uri="{FF2B5EF4-FFF2-40B4-BE49-F238E27FC236}">
                <a16:creationId xmlns:a16="http://schemas.microsoft.com/office/drawing/2014/main" id="{685C02D4-EA4F-4962-D397-F6439EC5C6E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33935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1F46F0A7-55C4-6BAE-BCB0-157A86C919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867000" y="1770870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9E69C3F7-0A3A-FAC2-6540-8BB750E9A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8487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0" name="Text Placeholder 3">
            <a:extLst>
              <a:ext uri="{FF2B5EF4-FFF2-40B4-BE49-F238E27FC236}">
                <a16:creationId xmlns:a16="http://schemas.microsoft.com/office/drawing/2014/main" id="{040CB427-2320-1A81-037C-6D83BCA5B36F}"/>
              </a:ext>
            </a:extLst>
          </p:cNvPr>
          <p:cNvSpPr>
            <a:spLocks noGrp="1"/>
          </p:cNvSpPr>
          <p:nvPr>
            <p:ph type="body" sz="half" idx="32"/>
          </p:nvPr>
        </p:nvSpPr>
        <p:spPr>
          <a:xfrm>
            <a:off x="2381484" y="2299864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1" name="Text Placeholder 3">
            <a:extLst>
              <a:ext uri="{FF2B5EF4-FFF2-40B4-BE49-F238E27FC236}">
                <a16:creationId xmlns:a16="http://schemas.microsoft.com/office/drawing/2014/main" id="{3144BCA8-7BD5-8323-CDAB-E5362D78AA68}"/>
              </a:ext>
            </a:extLst>
          </p:cNvPr>
          <p:cNvSpPr>
            <a:spLocks noGrp="1"/>
          </p:cNvSpPr>
          <p:nvPr>
            <p:ph type="body" sz="half" idx="33"/>
          </p:nvPr>
        </p:nvSpPr>
        <p:spPr>
          <a:xfrm>
            <a:off x="390912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3">
            <a:extLst>
              <a:ext uri="{FF2B5EF4-FFF2-40B4-BE49-F238E27FC236}">
                <a16:creationId xmlns:a16="http://schemas.microsoft.com/office/drawing/2014/main" id="{82EC0719-39BA-B2AB-F29D-3C947DC78925}"/>
              </a:ext>
            </a:extLst>
          </p:cNvPr>
          <p:cNvSpPr>
            <a:spLocks noGrp="1"/>
          </p:cNvSpPr>
          <p:nvPr>
            <p:ph type="body" sz="half" idx="34"/>
          </p:nvPr>
        </p:nvSpPr>
        <p:spPr>
          <a:xfrm>
            <a:off x="543676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3" name="Text Placeholder 3">
            <a:extLst>
              <a:ext uri="{FF2B5EF4-FFF2-40B4-BE49-F238E27FC236}">
                <a16:creationId xmlns:a16="http://schemas.microsoft.com/office/drawing/2014/main" id="{B939ED29-1A95-3771-8E52-C1F99F848ABD}"/>
              </a:ext>
            </a:extLst>
          </p:cNvPr>
          <p:cNvSpPr>
            <a:spLocks noGrp="1"/>
          </p:cNvSpPr>
          <p:nvPr>
            <p:ph type="body" sz="half" idx="35"/>
          </p:nvPr>
        </p:nvSpPr>
        <p:spPr>
          <a:xfrm>
            <a:off x="6964405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4" name="Text Placeholder 13">
            <a:extLst>
              <a:ext uri="{FF2B5EF4-FFF2-40B4-BE49-F238E27FC236}">
                <a16:creationId xmlns:a16="http://schemas.microsoft.com/office/drawing/2014/main" id="{F45DEB53-8B0A-80C6-DDED-B7234423508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58850-3E44-9220-12DF-98BC6F729C54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976A537-883F-374A-AD56-EC40D05206E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5407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Black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4"/>
            <a:ext cx="4936211" cy="6867524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-944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A0ED9A8-0DA3-BC24-94A1-086C8ECA8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BDBD18-96E0-3342-A809-2FF8511966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37483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White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5"/>
            <a:ext cx="4936211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511E696-D9D7-67E3-048E-80603F311A2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C21FF41-B1B2-D04A-8A0A-A90E9981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50201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44E4A-5B5C-3341-99E5-E104859854E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6539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3" name="Title 6">
            <a:extLst>
              <a:ext uri="{FF2B5EF4-FFF2-40B4-BE49-F238E27FC236}">
                <a16:creationId xmlns:a16="http://schemas.microsoft.com/office/drawing/2014/main" id="{1648B145-A545-0D6D-AFF0-0F715C9075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E3D40940-377F-6BBC-02CB-083B672BF56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9E352-9704-594E-BAD1-167251E51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6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0253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19200A-5F39-EB36-4116-B2C1717CC7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461174" y="6295058"/>
            <a:ext cx="1339925" cy="3239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  <a:latin typeface="Acumin Pro" panose="020B0504020202020204" pitchFamily="34" charset="77"/>
              </a:defRPr>
            </a:lvl1pPr>
          </a:lstStyle>
          <a:p>
            <a:pPr algn="r"/>
            <a:r>
              <a:rPr lang="en-US" dirty="0"/>
              <a:t>3/31/23            </a:t>
            </a:r>
            <a:fld id="{9F076166-0C3B-2C4F-B933-99EF0896CC39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AF61CC-58D4-72CE-66CA-BFE87D085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slide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FD4295-B2CD-F1FF-F99B-B267D1740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1064" y="1192696"/>
            <a:ext cx="8450036" cy="48379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825614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6" r:id="rId2"/>
    <p:sldLayoutId id="2147483702" r:id="rId3"/>
    <p:sldLayoutId id="2147483708" r:id="rId4"/>
    <p:sldLayoutId id="2147483687" r:id="rId5"/>
    <p:sldLayoutId id="2147483714" r:id="rId6"/>
    <p:sldLayoutId id="2147483688" r:id="rId7"/>
    <p:sldLayoutId id="2147483650" r:id="rId8"/>
    <p:sldLayoutId id="2147483701" r:id="rId9"/>
    <p:sldLayoutId id="2147483711" r:id="rId10"/>
    <p:sldLayoutId id="2147483712" r:id="rId11"/>
    <p:sldLayoutId id="2147483656" r:id="rId12"/>
    <p:sldLayoutId id="2147483706" r:id="rId13"/>
    <p:sldLayoutId id="2147483705" r:id="rId14"/>
    <p:sldLayoutId id="2147483707" r:id="rId15"/>
    <p:sldLayoutId id="2147483713" r:id="rId16"/>
    <p:sldLayoutId id="2147483709" r:id="rId17"/>
    <p:sldLayoutId id="2147483710" r:id="rId18"/>
    <p:sldLayoutId id="2147483653" r:id="rId19"/>
    <p:sldLayoutId id="2147483690" r:id="rId20"/>
    <p:sldLayoutId id="2147483704" r:id="rId21"/>
    <p:sldLayoutId id="2147483692" r:id="rId22"/>
    <p:sldLayoutId id="2147483693" r:id="rId23"/>
    <p:sldLayoutId id="2147483691" r:id="rId24"/>
    <p:sldLayoutId id="2147483703" r:id="rId25"/>
  </p:sldLayoutIdLst>
  <p:hf sldNum="0" hdr="0" dt="0"/>
  <p:txStyles>
    <p:titleStyle>
      <a:lvl1pPr algn="l" defTabSz="685800" rtl="0" eaLnBrk="1" fontAlgn="b" latinLnBrk="0" hangingPunct="1">
        <a:lnSpc>
          <a:spcPct val="90000"/>
        </a:lnSpc>
        <a:spcBef>
          <a:spcPct val="0"/>
        </a:spcBef>
        <a:buNone/>
        <a:defRPr lang="en-US" sz="3600" b="1" i="1" kern="1200" cap="none" baseline="0" dirty="0">
          <a:solidFill>
            <a:schemeClr val="tx1"/>
          </a:solidFill>
          <a:latin typeface="Acumin Pro Condensed Semibold" panose="020B0506020202020204" pitchFamily="34" charset="77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Wingdings" pitchFamily="2" charset="2"/>
        <a:buChar char="§"/>
        <a:defRPr sz="18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7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6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None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F09A7-CF48-9701-322A-A0BBD1C2F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cumin Pro Condensed Semibold" panose="020B0506020202020204" pitchFamily="34" charset="77"/>
              </a:rPr>
              <a:t>Week 14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91BF94-59A9-105F-273E-B29E440F25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Keel Bone Chicken Project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218A17-096C-AED1-C745-D58ECF2EFE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04/17/26</a:t>
            </a:r>
          </a:p>
        </p:txBody>
      </p:sp>
    </p:spTree>
    <p:extLst>
      <p:ext uri="{BB962C8B-B14F-4D97-AF65-F5344CB8AC3E}">
        <p14:creationId xmlns:p14="http://schemas.microsoft.com/office/powerpoint/2010/main" val="4154997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1D8EB3F-62C8-9AC5-2CE0-70DBBE67BD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Weekly 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7F1C29-FDCE-BED1-CD5A-C89760CA96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PCB Updates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New sizing for PCB discovered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Sensor Updates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Strain &amp; force gauges received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Begin process of calibration on breadboard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 Logger Updates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Agriculture issues resolved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Device protocol changed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Powercast</a:t>
            </a:r>
            <a:r>
              <a:rPr lang="en-US" dirty="0"/>
              <a:t> Updates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NDA resolutions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Paper Updates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Paper criteria for Conference met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Next Week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583019-436C-2C67-C2A5-1274BCF96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398AA-5631-3872-C08C-B7AA27779D3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2/11</a:t>
            </a:r>
          </a:p>
        </p:txBody>
      </p:sp>
    </p:spTree>
    <p:extLst>
      <p:ext uri="{BB962C8B-B14F-4D97-AF65-F5344CB8AC3E}">
        <p14:creationId xmlns:p14="http://schemas.microsoft.com/office/powerpoint/2010/main" val="834843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1A2F927-B52E-44E1-4877-101AA056BF9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New sizing for PCB discovered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ABF419-6111-9F02-6747-2BCDA2D099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Remeasured backpack: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Exterior: 37 mm x 44 mm x 16.5 mm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Interior: 42 mm x 34 mm x 14 mm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Changed sizing on second PCB variation: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Lost a bit of area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ED210D4-3FC1-9972-023F-AC418F4F8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PCB Updates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36FE91-0DE7-9F97-4F4A-FD1BA142D12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3/11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5D80A2A-BA01-A226-8656-B1C530614A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204560"/>
            <a:ext cx="3583498" cy="279347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421D630-0FFE-00CD-D6C3-BB3714365D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3078471"/>
            <a:ext cx="4038392" cy="2919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90495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42071-5575-0B72-FAA0-4E79D8CF4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D8D9F2F-12DD-C70E-BAA7-35D77A236C8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Strain &amp; Force Gauges Received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E4959F-54EB-E8A5-BF71-CC469F2C831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4/11</a:t>
            </a:r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64C4EBF8-83CD-C9A9-0193-BF537796D8C3}"/>
              </a:ext>
            </a:extLst>
          </p:cNvPr>
          <p:cNvSpPr>
            <a:spLocks noGrp="1" noChangeAspect="1" noChangeArrowheads="1"/>
          </p:cNvSpPr>
          <p:nvPr>
            <p:ph type="body" sz="quarter" idx="10"/>
          </p:nvPr>
        </p:nvSpPr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Checked shipment areas for sensors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Both strain and force have arrived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24835A67-91ED-7215-D119-13739F0188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Sensor Updates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3DD75C9-C51B-5133-846B-1D7D32F3CE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143" y="2036174"/>
            <a:ext cx="2599613" cy="346900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D72B7D8-1CEA-7462-15DE-3CBD3F431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0944" y="2701892"/>
            <a:ext cx="2088020" cy="3296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2721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671E3-28F9-8331-24AD-6C239EDC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03BAD2C-278D-8021-C163-F36BA5E513D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Begin process of calibration on breadboard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458D5FE-3DCD-C75F-E60D-A055F513C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Sensor Updates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61AE96-3E42-53EB-EC76-AE38DD29F56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5/11</a:t>
            </a:r>
          </a:p>
        </p:txBody>
      </p:sp>
      <p:pic>
        <p:nvPicPr>
          <p:cNvPr id="1026" name="Picture 2" descr="Wheatstone Bridge Experiment">
            <a:extLst>
              <a:ext uri="{FF2B5EF4-FFF2-40B4-BE49-F238E27FC236}">
                <a16:creationId xmlns:a16="http://schemas.microsoft.com/office/drawing/2014/main" id="{6919621A-8DA5-B718-9229-FAD9680F70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9768" y="3128869"/>
            <a:ext cx="4572000" cy="2571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A58BF1DC-2F57-D425-F324-740D32624932}"/>
              </a:ext>
            </a:extLst>
          </p:cNvPr>
          <p:cNvSpPr txBox="1">
            <a:spLocks/>
          </p:cNvSpPr>
          <p:nvPr/>
        </p:nvSpPr>
        <p:spPr>
          <a:xfrm>
            <a:off x="342900" y="1543324"/>
            <a:ext cx="8450035" cy="4454706"/>
          </a:xfrm>
          <a:prstGeom prst="rect">
            <a:avLst/>
          </a:prstGeom>
        </p:spPr>
        <p:txBody>
          <a:bodyPr vert="horz" lIns="91440" tIns="45720" rIns="91440" bIns="45720" numCol="1" rtlCol="0">
            <a:noAutofit/>
          </a:bodyPr>
          <a:lstStyle>
            <a:lvl1pPr marL="0" indent="0" algn="l" defTabSz="685800" rtl="0" eaLnBrk="1" fontAlgn="t" latinLnBrk="0" hangingPunct="1">
              <a:lnSpc>
                <a:spcPct val="90000"/>
              </a:lnSpc>
              <a:spcBef>
                <a:spcPts val="750"/>
              </a:spcBef>
              <a:buFontTx/>
              <a:buNone/>
              <a:defRPr sz="1800" b="0" i="0" kern="1200" baseline="0">
                <a:solidFill>
                  <a:schemeClr val="tx1"/>
                </a:solidFill>
                <a:latin typeface="Acumin Pro" panose="020B0504020202020204" pitchFamily="34" charset="77"/>
                <a:ea typeface="+mn-ea"/>
                <a:cs typeface="+mn-cs"/>
              </a:defRPr>
            </a:lvl1pPr>
            <a:lvl2pPr marL="3429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Wheatstone bridge to calibrate strain gauge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~3% tolerance, hopefully can be hit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Test charge amplifier on PCB to calibrate force gauge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966BD6C-FB11-877E-1B44-2DE2848A0E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399" y="3128869"/>
            <a:ext cx="3465202" cy="2569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061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E3425-D326-8AD9-7E88-98C0A17E4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AFC3EF0-7F0A-A025-77C4-4DF51AEAFAE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Agriculture Issues Resolved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C44C3B8-C53A-0198-D6B3-BCAFE9B9D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Logger Updates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60495-660D-B7EE-5D0D-27BD1679925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6/11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9A52F8B6-2981-B5AB-F887-EE7AE6873144}"/>
              </a:ext>
            </a:extLst>
          </p:cNvPr>
          <p:cNvSpPr txBox="1">
            <a:spLocks/>
          </p:cNvSpPr>
          <p:nvPr/>
        </p:nvSpPr>
        <p:spPr>
          <a:xfrm>
            <a:off x="342900" y="1543324"/>
            <a:ext cx="8450035" cy="4454706"/>
          </a:xfrm>
          <a:prstGeom prst="rect">
            <a:avLst/>
          </a:prstGeom>
        </p:spPr>
        <p:txBody>
          <a:bodyPr vert="horz" lIns="91440" tIns="45720" rIns="91440" bIns="45720" numCol="1" rtlCol="0">
            <a:noAutofit/>
          </a:bodyPr>
          <a:lstStyle>
            <a:lvl1pPr marL="0" indent="0" algn="l" defTabSz="685800" rtl="0" eaLnBrk="1" fontAlgn="t" latinLnBrk="0" hangingPunct="1">
              <a:lnSpc>
                <a:spcPct val="90000"/>
              </a:lnSpc>
              <a:spcBef>
                <a:spcPts val="750"/>
              </a:spcBef>
              <a:buFontTx/>
              <a:buNone/>
              <a:defRPr sz="1800" b="0" i="0" kern="1200" baseline="0">
                <a:solidFill>
                  <a:schemeClr val="tx1"/>
                </a:solidFill>
                <a:latin typeface="Acumin Pro" panose="020B0504020202020204" pitchFamily="34" charset="77"/>
                <a:ea typeface="+mn-ea"/>
                <a:cs typeface="+mn-cs"/>
              </a:defRPr>
            </a:lvl1pPr>
            <a:lvl2pPr marL="3429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Agriculture was using broken devices for some of the testing, got that resolved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Needed a better fix for the excess power that might have been draining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Set maximum records to an even higher constraint (More data storage)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Newest version released 4/16</a:t>
            </a:r>
          </a:p>
        </p:txBody>
      </p:sp>
    </p:spTree>
    <p:extLst>
      <p:ext uri="{BB962C8B-B14F-4D97-AF65-F5344CB8AC3E}">
        <p14:creationId xmlns:p14="http://schemas.microsoft.com/office/powerpoint/2010/main" val="3640280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77A43-24EF-0D49-B6E6-AC3C0FD7D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E8E7F27-A10A-3583-D154-65BC02B69FD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Device Protocol Changes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26FB93E-E2A5-F39B-F222-6EA0C152D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Logger Updates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015708-AE8D-5E44-CC90-DFD4DD28B16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7/11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08AAAC36-5C8E-9464-6ACF-14473B5BD8C6}"/>
              </a:ext>
            </a:extLst>
          </p:cNvPr>
          <p:cNvSpPr txBox="1">
            <a:spLocks/>
          </p:cNvSpPr>
          <p:nvPr/>
        </p:nvSpPr>
        <p:spPr>
          <a:xfrm>
            <a:off x="342900" y="1543324"/>
            <a:ext cx="8450035" cy="4454706"/>
          </a:xfrm>
          <a:prstGeom prst="rect">
            <a:avLst/>
          </a:prstGeom>
        </p:spPr>
        <p:txBody>
          <a:bodyPr vert="horz" lIns="91440" tIns="45720" rIns="91440" bIns="45720" numCol="1" rtlCol="0">
            <a:noAutofit/>
          </a:bodyPr>
          <a:lstStyle>
            <a:lvl1pPr marL="0" indent="0" algn="l" defTabSz="685800" rtl="0" eaLnBrk="1" fontAlgn="t" latinLnBrk="0" hangingPunct="1">
              <a:lnSpc>
                <a:spcPct val="90000"/>
              </a:lnSpc>
              <a:spcBef>
                <a:spcPts val="750"/>
              </a:spcBef>
              <a:buFontTx/>
              <a:buNone/>
              <a:defRPr sz="1800" b="0" i="0" kern="1200" baseline="0">
                <a:solidFill>
                  <a:schemeClr val="tx1"/>
                </a:solidFill>
                <a:latin typeface="Acumin Pro" panose="020B0504020202020204" pitchFamily="34" charset="77"/>
                <a:ea typeface="+mn-ea"/>
                <a:cs typeface="+mn-cs"/>
              </a:defRPr>
            </a:lvl1pPr>
            <a:lvl2pPr marL="3429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Turned off unnecessary parts of the device if not going to be used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 be easily changed or modified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8D63FD-5C7B-C5D3-6605-8F3EC535EF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312" y="2833752"/>
            <a:ext cx="3765566" cy="316427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45E0BF-8DFE-DEC3-BC0F-096779B707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0614"/>
          <a:stretch>
            <a:fillRect/>
          </a:stretch>
        </p:blipFill>
        <p:spPr>
          <a:xfrm>
            <a:off x="887756" y="2832913"/>
            <a:ext cx="3765566" cy="3164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0317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49F17-E163-84CB-8257-B936C4F7D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5DB6C5E-9ED5-6EEC-D010-9D81719C76B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NDA resolutions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49D4051-0A92-1F4F-4C49-D4F77FBE2F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Powercast</a:t>
            </a:r>
            <a:r>
              <a:rPr lang="en-US" dirty="0"/>
              <a:t> Updates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1610F2-E05B-EB0B-CF61-322AC94240B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8/11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AECFC53-9CBA-A43B-5BCB-09D9A3CBCD3E}"/>
              </a:ext>
            </a:extLst>
          </p:cNvPr>
          <p:cNvSpPr txBox="1">
            <a:spLocks/>
          </p:cNvSpPr>
          <p:nvPr/>
        </p:nvSpPr>
        <p:spPr>
          <a:xfrm>
            <a:off x="342900" y="1543324"/>
            <a:ext cx="8450035" cy="4454706"/>
          </a:xfrm>
          <a:prstGeom prst="rect">
            <a:avLst/>
          </a:prstGeom>
        </p:spPr>
        <p:txBody>
          <a:bodyPr vert="horz" lIns="91440" tIns="45720" rIns="91440" bIns="45720" numCol="1" rtlCol="0">
            <a:noAutofit/>
          </a:bodyPr>
          <a:lstStyle>
            <a:lvl1pPr marL="0" indent="0" algn="l" defTabSz="685800" rtl="0" eaLnBrk="1" fontAlgn="t" latinLnBrk="0" hangingPunct="1">
              <a:lnSpc>
                <a:spcPct val="90000"/>
              </a:lnSpc>
              <a:spcBef>
                <a:spcPts val="750"/>
              </a:spcBef>
              <a:buFontTx/>
              <a:buNone/>
              <a:defRPr sz="1800" b="0" i="0" kern="1200" baseline="0">
                <a:solidFill>
                  <a:schemeClr val="tx1"/>
                </a:solidFill>
                <a:latin typeface="Acumin Pro" panose="020B0504020202020204" pitchFamily="34" charset="77"/>
                <a:ea typeface="+mn-ea"/>
                <a:cs typeface="+mn-cs"/>
              </a:defRPr>
            </a:lvl1pPr>
            <a:lvl2pPr marL="3429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Asked Dan Harrist for a version of the NDA to be sent to Professor Nawrocki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NDA should be arriving to </a:t>
            </a:r>
            <a:r>
              <a:rPr lang="en-US" dirty="0" err="1"/>
              <a:t>purdue</a:t>
            </a:r>
            <a:r>
              <a:rPr lang="en-US" dirty="0"/>
              <a:t> email soon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Also asked for clarification on P2110B and P1110B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Purdue legal department has version of NDA and should be in the process of signing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Should be able to work with PC110 manually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Can switch to P1110 (Slightly larger module) if needed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23241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7236C74-7453-7834-D1B2-9F27A01E8E3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Paper criteria for Conference met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159BC6-04A7-45A1-8E1B-E069F08AF8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b="1" dirty="0"/>
              <a:t>IEEE Sensors 2026 Submission B Guidelines: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Paper Length: Maximum 3 pages including figures, tables &amp; references or maximum 4 pages are allowed if the 4th page is only reference (Page maximum very strict)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Paper Size: US Letter (8.5" x 11") or A4 (210mm X 297mm)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Fonts: Embed ALL fonts in your PDF file. Avoid the use of Type 3 fonts.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File Format: Adobe PDF (.pdf)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Allowed File Size: 5.0MB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 NOT page number your paper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 NOT apply security settings to your PDF file.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As part of the submission, you will be asked explicitly to briefly describe the novelty of your paper within 1,000 characters.</a:t>
            </a:r>
          </a:p>
          <a:p>
            <a:endParaRPr lang="en-US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FABF408-7685-5C75-AFB5-C69910775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Paper Updates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FCD0E0-E242-A740-2242-79B52EB173D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9/11</a:t>
            </a:r>
          </a:p>
        </p:txBody>
      </p:sp>
    </p:spTree>
    <p:extLst>
      <p:ext uri="{BB962C8B-B14F-4D97-AF65-F5344CB8AC3E}">
        <p14:creationId xmlns:p14="http://schemas.microsoft.com/office/powerpoint/2010/main" val="21909806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8C458-FA37-EFEB-C812-6DE4A9670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E58A734-D2BF-178D-086B-FB51698EB7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Paper criteria for Conference met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77D86F-B10D-DB2C-34BD-C800C9F8C5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b="1" dirty="0"/>
              <a:t>Submission Requirements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Main manuscript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Graphical Abstract Image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*Conflict of Interest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Cover Letter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Tracked Changes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Supplementary Material*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Image*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LaTeX supplementary file*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Previously Published – Statement*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Previously Published – Files*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C50E8C3-3E79-2445-4E1A-03DA76612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Paper Updates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51DA38-E7B9-784E-1E1E-01955224968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9/11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77589F8-1E74-3F33-75BD-12BC50AF8F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2275" y="1320051"/>
            <a:ext cx="4760581" cy="52665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300021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CD72587-DF24-E361-3C87-CFAE3C408C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Next Week’s Plan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C18513-FBE2-EBBB-125E-FA48BA6B1BE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Finalize Paper (Professor Salas meeting)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Ask </a:t>
            </a:r>
            <a:r>
              <a:rPr lang="en-US" dirty="0" err="1"/>
              <a:t>Omosalewa</a:t>
            </a:r>
            <a:r>
              <a:rPr lang="en-US" dirty="0"/>
              <a:t> for a recording of the data as it is collected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Match up chicken results to chicken video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Edit the video so such results are shown while the chicken is moving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 paper-based data analysis on data collected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8C5F57F-D41F-FAF8-68C5-CD8D95AF8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633180-B8A6-C9B8-09AC-F39A8DDB0F4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10/11</a:t>
            </a:r>
          </a:p>
        </p:txBody>
      </p:sp>
    </p:spTree>
    <p:extLst>
      <p:ext uri="{BB962C8B-B14F-4D97-AF65-F5344CB8AC3E}">
        <p14:creationId xmlns:p14="http://schemas.microsoft.com/office/powerpoint/2010/main" val="1589025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72CBA-026F-7E96-546F-23B8813A8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FBDCD-BC38-D4A8-A210-EA02F26100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dirty="0"/>
              <a:t>Purdue Polytechnic Institute</a:t>
            </a:r>
          </a:p>
        </p:txBody>
      </p:sp>
    </p:spTree>
    <p:extLst>
      <p:ext uri="{BB962C8B-B14F-4D97-AF65-F5344CB8AC3E}">
        <p14:creationId xmlns:p14="http://schemas.microsoft.com/office/powerpoint/2010/main" val="3555266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000000"/>
      </a:dk1>
      <a:lt1>
        <a:srgbClr val="FEFFFF"/>
      </a:lt1>
      <a:dk2>
        <a:srgbClr val="55585F"/>
      </a:dk2>
      <a:lt2>
        <a:srgbClr val="CECACB"/>
      </a:lt2>
      <a:accent1>
        <a:srgbClr val="CFB891"/>
      </a:accent1>
      <a:accent2>
        <a:srgbClr val="555960"/>
      </a:accent2>
      <a:accent3>
        <a:srgbClr val="8D6F3D"/>
      </a:accent3>
      <a:accent4>
        <a:srgbClr val="FFFFFF"/>
      </a:accent4>
      <a:accent5>
        <a:srgbClr val="DAAA00"/>
      </a:accent5>
      <a:accent6>
        <a:srgbClr val="9D9694"/>
      </a:accent6>
      <a:hlink>
        <a:srgbClr val="000000"/>
      </a:hlink>
      <a:folHlink>
        <a:srgbClr val="FEFFFF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MM-23-645083-Purdue-Standard-20230329" id="{27BFFCF5-3893-564F-9D79-7211049AF84A}" vid="{DA483483-262C-8944-9745-BAAE73176DE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d6656b4d-3fa0-4709-acfb-d5e813445d1e">
      <UserInfo>
        <DisplayName>Schott, Thomas H.</DisplayName>
        <AccountId>17</AccountId>
        <AccountType/>
      </UserInfo>
      <UserInfo>
        <DisplayName>Sarault, Olivia M</DisplayName>
        <AccountId>29</AccountId>
        <AccountType/>
      </UserInfo>
      <UserInfo>
        <DisplayName>Hiller, Kelly R</DisplayName>
        <AccountId>98</AccountId>
        <AccountType/>
      </UserInfo>
      <UserInfo>
        <DisplayName>Eddy, Abigail Ellen</DisplayName>
        <AccountId>46</AccountId>
        <AccountType/>
      </UserInfo>
      <UserInfo>
        <DisplayName>Gu, Yu Rain</DisplayName>
        <AccountId>77</AccountId>
        <AccountType/>
      </UserInfo>
      <UserInfo>
        <DisplayName>Reese, Kristy S</DisplayName>
        <AccountId>26</AccountId>
        <AccountType/>
      </UserInfo>
    </SharedWithUsers>
    <lcf76f155ced4ddcb4097134ff3c332f xmlns="37af3f4b-4b66-46f9-8456-831d9bc3e737">
      <Terms xmlns="http://schemas.microsoft.com/office/infopath/2007/PartnerControls"/>
    </lcf76f155ced4ddcb4097134ff3c332f>
    <TaxCatchAll xmlns="d6656b4d-3fa0-4709-acfb-d5e813445d1e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4E202481DC1CB46AA011D949D311478" ma:contentTypeVersion="13" ma:contentTypeDescription="Create a new document." ma:contentTypeScope="" ma:versionID="309c718596e4092f54ce9aa93358bb8d">
  <xsd:schema xmlns:xsd="http://www.w3.org/2001/XMLSchema" xmlns:xs="http://www.w3.org/2001/XMLSchema" xmlns:p="http://schemas.microsoft.com/office/2006/metadata/properties" xmlns:ns2="37af3f4b-4b66-46f9-8456-831d9bc3e737" xmlns:ns3="d6656b4d-3fa0-4709-acfb-d5e813445d1e" targetNamespace="http://schemas.microsoft.com/office/2006/metadata/properties" ma:root="true" ma:fieldsID="0c34f3e70276db9d2471c2526b8de3df" ns2:_="" ns3:_="">
    <xsd:import namespace="37af3f4b-4b66-46f9-8456-831d9bc3e737"/>
    <xsd:import namespace="d6656b4d-3fa0-4709-acfb-d5e813445d1e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af3f4b-4b66-46f9-8456-831d9bc3e737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8e9e90a8-b24c-4be7-8760-a88b2cd47eb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656b4d-3fa0-4709-acfb-d5e813445d1e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4ebcf308-42de-4d63-b51a-b2360cc04078}" ma:internalName="TaxCatchAll" ma:showField="CatchAllData" ma:web="d6656b4d-3fa0-4709-acfb-d5e813445d1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1DE0D6C-581B-4814-98E7-EF172D5D46A1}">
  <ds:schemaRefs>
    <ds:schemaRef ds:uri="http://purl.org/dc/elements/1.1/"/>
    <ds:schemaRef ds:uri="http://schemas.microsoft.com/office/2006/documentManagement/types"/>
    <ds:schemaRef ds:uri="d6656b4d-3fa0-4709-acfb-d5e813445d1e"/>
    <ds:schemaRef ds:uri="http://purl.org/dc/terms/"/>
    <ds:schemaRef ds:uri="http://schemas.microsoft.com/office/infopath/2007/PartnerControls"/>
    <ds:schemaRef ds:uri="37af3f4b-4b66-46f9-8456-831d9bc3e737"/>
    <ds:schemaRef ds:uri="http://schemas.openxmlformats.org/package/2006/metadata/core-properties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F5B64EEB-1B4A-4920-AA44-E234D7D487D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4D795B0-FAA0-424A-9B96-7691ED1EF2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7af3f4b-4b66-46f9-8456-831d9bc3e737"/>
    <ds:schemaRef ds:uri="d6656b4d-3fa0-4709-acfb-d5e813445d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29971</TotalTime>
  <Words>531</Words>
  <Application>Microsoft Macintosh PowerPoint</Application>
  <PresentationFormat>On-screen Show (4:3)</PresentationFormat>
  <Paragraphs>100</Paragraphs>
  <Slides>12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3" baseType="lpstr">
      <vt:lpstr>Franklin Gothic Book</vt:lpstr>
      <vt:lpstr>Franklin Gothic Medium Cond</vt:lpstr>
      <vt:lpstr>Wingdings</vt:lpstr>
      <vt:lpstr>Acumin Pro Condensed Semibold</vt:lpstr>
      <vt:lpstr>Franklin Gothic Medium</vt:lpstr>
      <vt:lpstr>Acumin Pro Medium</vt:lpstr>
      <vt:lpstr>Arial</vt:lpstr>
      <vt:lpstr>Calibri</vt:lpstr>
      <vt:lpstr>Acumin Pro</vt:lpstr>
      <vt:lpstr>Acumin Pro Semibold</vt:lpstr>
      <vt:lpstr>Office Theme</vt:lpstr>
      <vt:lpstr>Week 14</vt:lpstr>
      <vt:lpstr>This Week</vt:lpstr>
      <vt:lpstr>PCB Updates</vt:lpstr>
      <vt:lpstr>Sensor Updates</vt:lpstr>
      <vt:lpstr>Sensor Updates</vt:lpstr>
      <vt:lpstr>Data Logger Updates</vt:lpstr>
      <vt:lpstr>Data Logger Updates</vt:lpstr>
      <vt:lpstr>Powercast Updates</vt:lpstr>
      <vt:lpstr>Paper Updates</vt:lpstr>
      <vt:lpstr>Paper Updates</vt:lpstr>
      <vt:lpstr>Next Week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Ramona McCarthy</dc:creator>
  <cp:lastModifiedBy>Nathan Mingkuan Huang</cp:lastModifiedBy>
  <cp:revision>100</cp:revision>
  <cp:lastPrinted>2026-03-30T16:32:53Z</cp:lastPrinted>
  <dcterms:created xsi:type="dcterms:W3CDTF">2023-02-16T02:16:06Z</dcterms:created>
  <dcterms:modified xsi:type="dcterms:W3CDTF">2026-04-17T19:25:55Z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2023-02-20T19:00:53Z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b33bf962-ed92-4dd9-bc75-9825fb79b2e3</vt:lpwstr>
  </property>
  <property fmtid="{D5CDD505-2E9C-101B-9397-08002B2CF9AE}" pid="8" name="MSIP_Label_4044bd30-2ed7-4c9d-9d12-46200872a97b_ContentBits">
    <vt:lpwstr>0</vt:lpwstr>
  </property>
  <property fmtid="{D5CDD505-2E9C-101B-9397-08002B2CF9AE}" pid="9" name="ContentTypeId">
    <vt:lpwstr>0x01010054E202481DC1CB46AA011D949D311478</vt:lpwstr>
  </property>
  <property fmtid="{D5CDD505-2E9C-101B-9397-08002B2CF9AE}" pid="10" name="MediaServiceImageTags">
    <vt:lpwstr/>
  </property>
</Properties>
</file>