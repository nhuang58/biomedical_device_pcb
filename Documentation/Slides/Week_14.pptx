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79" r:id="rId6"/>
    <p:sldId id="280" r:id="rId7"/>
    <p:sldId id="290" r:id="rId8"/>
    <p:sldId id="291" r:id="rId9"/>
    <p:sldId id="292" r:id="rId10"/>
    <p:sldId id="285" r:id="rId11"/>
    <p:sldId id="278" r:id="rId12"/>
    <p:sldId id="277" r:id="rId13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35"/>
    <p:restoredTop sz="94597"/>
  </p:normalViewPr>
  <p:slideViewPr>
    <p:cSldViewPr snapToGrid="0">
      <p:cViewPr>
        <p:scale>
          <a:sx n="91" d="100"/>
          <a:sy n="91" d="100"/>
        </p:scale>
        <p:origin x="344" y="52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user.com/c/sensors/force-sensors-load-cells/?operating%20supply%20voltage=3.3%20V&amp;sensor%20type=Force%20Sensor" TargetMode="External"/><Relationship Id="rId2" Type="http://schemas.openxmlformats.org/officeDocument/2006/relationships/hyperlink" Target="https://www.mouser.com/c/sensors/force-sensors-load-cells/?operating%20force=20%20N&amp;output%20type=Analog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14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12/01/2025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App Development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 logger works without need of constrained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Study on Resistive vs. Capacitive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Rev. 2 PCB Started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Component placement on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5659EC-1C0D-C3E4-2D40-328DB3AAC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89" y="2787155"/>
            <a:ext cx="4435422" cy="2849759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>
                <a:latin typeface="Acumin Pro Condensed Semibold" panose="020B0506020202020204" pitchFamily="34" charset="77"/>
                <a:ea typeface="+mj-ea"/>
                <a:cs typeface="+mj-cs"/>
              </a:rPr>
              <a:t>Web App Development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i="0" kern="1200" baseline="0">
                <a:latin typeface="Acumin Pro Condensed Semibold" panose="020B0506020202020204" pitchFamily="34" charset="77"/>
                <a:ea typeface="+mn-ea"/>
                <a:cs typeface="+mn-cs"/>
              </a:rPr>
              <a:t>Data logger locally hosted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114652E-DDA4-65A6-F0C1-BF80F199B159}"/>
              </a:ext>
            </a:extLst>
          </p:cNvPr>
          <p:cNvSpPr txBox="1">
            <a:spLocks/>
          </p:cNvSpPr>
          <p:nvPr/>
        </p:nvSpPr>
        <p:spPr>
          <a:xfrm>
            <a:off x="334737" y="1643074"/>
            <a:ext cx="4308874" cy="4307571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Website now live at: </a:t>
            </a:r>
          </a:p>
          <a:p>
            <a:r>
              <a:rPr lang="en-US" b="1" dirty="0"/>
              <a:t>https://nhuang58.github.io/</a:t>
            </a:r>
            <a:r>
              <a:rPr lang="en-US" b="1" dirty="0" err="1"/>
              <a:t>Biomedical_Device_PCB</a:t>
            </a:r>
            <a:r>
              <a:rPr lang="en-US" b="1" dirty="0"/>
              <a:t>/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Can be locally hosted, no need for a server</a:t>
            </a:r>
          </a:p>
          <a:p>
            <a:pPr marL="171450" lvl="1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Data needs to be pulled when collection complete</a:t>
            </a:r>
          </a:p>
          <a:p>
            <a:pPr marL="171450" lvl="1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Unsure if bandwidth will be an issue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Working on compatibility with hardware (iPads)</a:t>
            </a:r>
          </a:p>
          <a:p>
            <a:pPr marL="171450" lvl="1" indent="-171450">
              <a:spcBef>
                <a:spcPts val="750"/>
              </a:spcBef>
              <a:buFont typeface="Wingdings" pitchFamily="2" charset="2"/>
              <a:buChar char="§"/>
            </a:pPr>
            <a:r>
              <a:rPr lang="en-US" sz="1800" dirty="0">
                <a:latin typeface="Acumin Pro" panose="020B0504020202020204" pitchFamily="34" charset="77"/>
              </a:rPr>
              <a:t>Determine if iPads are realistic to run with BLE, or another approach is needed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614A79-1155-6B8B-D90E-FE76A9C928A9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Live website: https://nhuang58.github.io/</a:t>
            </a:r>
            <a:r>
              <a:rPr lang="en-US" dirty="0" err="1"/>
              <a:t>Biomedical_Device_PCB</a:t>
            </a:r>
            <a:r>
              <a:rPr lang="en-US" dirty="0"/>
              <a:t>/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3/7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5C9D-9048-9692-1D7A-D1A2334C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BFC69F-6930-6387-E6FA-EED2352744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 Main Sources for Research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B38C6D-5BC0-E067-5928-DC6316F9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on Resistive vs. Capacitive Sensors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60ADF-EA18-0D83-F463-284C31132C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1486AA-B387-90FF-8068-2AD44F1BF7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Digi-Key 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Mouser 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Interlink Electronics (Contacted)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2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3EB3-46C5-68F9-AC42-2561456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60DE10-E695-6D9D-5FFA-A834460560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Digi-Key Electronics: 1-800-344-4539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39C186-28E2-43B8-2174-ED3273DC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on Resistive vs. Capacitive Sensors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5D8D-1A3C-DD5A-5F52-C24094404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6AC766-6674-E4E4-BD6B-0448EC95DD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Resistive vs. Capacitive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Strain Gauge – Resistive: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CEA-05-250-A350 ($18.00)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(.45 x .18 inches)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Force Gauge – Only Resistive Options: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Load Cell Device: Based on Pressure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Used in scales, weight, etc.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3917-GHB-10-ND ($5.86) 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12 mm diameter (round area)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K-011-0400-80-NE2-K1-G1 ($130.87)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12 mm diameter (round area)</a:t>
            </a:r>
          </a:p>
        </p:txBody>
      </p:sp>
    </p:spTree>
    <p:extLst>
      <p:ext uri="{BB962C8B-B14F-4D97-AF65-F5344CB8AC3E}">
        <p14:creationId xmlns:p14="http://schemas.microsoft.com/office/powerpoint/2010/main" val="101002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3B63D-0A01-4BBC-01A5-C792A8CE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F87C76-1D26-0FC9-3EA9-F690FD8DF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Mouser Electronics: 1-817-804-3888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9A2E8A-D501-2DA1-25F6-43E12D5F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on Resistive vs. Capacitive Sensors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3662-C6B8-42A0-DFD5-DE7F0154F8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08A45-16F3-9BD2-18D0-6D13F3B09F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Resistive vs. Capacitive Sensors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Unable to assist with applications due to viability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Resistive Force Gauge: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https://www.mouser.com/c/sensors/force-sensors-load-cells/?operating%20force=20%20N&amp;output%20type=Analog</a:t>
            </a:r>
            <a:endParaRPr lang="en-US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Higher end product (~$90-110)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Load Cells are commonly used, almost entirely resistive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Not many options for capacitive sensors in Mouser’s arsenal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Resistive Strain Gauge: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Mouser PN: 485-4542 ($3.95 per unit)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Very cheap unit cost for resistive vs. capacitive units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However, only capacitive sensors are reliably capable at running at 3.3 V supply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https://www.mouser.com/c/sensors/force-sensors-load-cells/?operating%20supply%20voltage=3.3%20V&amp;sensor%20type=Force%20Sensor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Middle end cost (~$30-50)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6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46EF-B31F-ED11-7273-10C01E6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C5C2E-31DD-B39F-37F4-AE2FD8F7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Rev. 3 PCB Started</a:t>
            </a:r>
          </a:p>
        </p:txBody>
      </p:sp>
      <p:pic>
        <p:nvPicPr>
          <p:cNvPr id="6" name="Content Placeholder 5" descr="A green circuit board with white and black components&#10;&#10;AI-generated content may be incorrect.">
            <a:extLst>
              <a:ext uri="{FF2B5EF4-FFF2-40B4-BE49-F238E27FC236}">
                <a16:creationId xmlns:a16="http://schemas.microsoft.com/office/drawing/2014/main" id="{0EF9F5B1-926D-3245-B765-7F285EB7A529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rcRect l="5034" r="5034" b="-2"/>
          <a:stretch>
            <a:fillRect/>
          </a:stretch>
        </p:blipFill>
        <p:spPr>
          <a:xfrm>
            <a:off x="901247" y="2351171"/>
            <a:ext cx="3509695" cy="3795373"/>
          </a:xfrm>
          <a:noFill/>
        </p:spPr>
      </p:pic>
      <p:pic>
        <p:nvPicPr>
          <p:cNvPr id="9" name="Picture 8" descr="A green circuit board with white lines and yellow dots&#10;&#10;AI-generated content may be incorrect.">
            <a:extLst>
              <a:ext uri="{FF2B5EF4-FFF2-40B4-BE49-F238E27FC236}">
                <a16:creationId xmlns:a16="http://schemas.microsoft.com/office/drawing/2014/main" id="{CE587B13-2A52-8024-BB03-F9D8BB97F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30" r="-1" b="14179"/>
          <a:stretch>
            <a:fillRect/>
          </a:stretch>
        </p:blipFill>
        <p:spPr>
          <a:xfrm>
            <a:off x="5291404" y="2351171"/>
            <a:ext cx="3509695" cy="3786648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D6F0C-DD2A-39B7-89C0-FECD598E9F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Component Placement on Board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82037-7537-0439-3E01-B65E42678B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3/7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0BBC3D0-CD35-9E1E-03DB-2240D3BB05B6}"/>
              </a:ext>
            </a:extLst>
          </p:cNvPr>
          <p:cNvSpPr txBox="1">
            <a:spLocks/>
          </p:cNvSpPr>
          <p:nvPr/>
        </p:nvSpPr>
        <p:spPr>
          <a:xfrm>
            <a:off x="342900" y="1543324"/>
            <a:ext cx="8450035" cy="445470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7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None/>
              <a:defRPr sz="10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resize the battery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size constraints for PCB again</a:t>
            </a:r>
          </a:p>
        </p:txBody>
      </p:sp>
    </p:spTree>
    <p:extLst>
      <p:ext uri="{BB962C8B-B14F-4D97-AF65-F5344CB8AC3E}">
        <p14:creationId xmlns:p14="http://schemas.microsoft.com/office/powerpoint/2010/main" val="259956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what can be done with Hardware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Refine Rev. 2 of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Sensors + Quotes of Sensors to Charles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Blockers: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restrictions given by Agriculture departments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Could a computer be used instead? It would simplify a lot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What other hardware can be purchased and used at the farm?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23294</TotalTime>
  <Words>477</Words>
  <Application>Microsoft Macintosh PowerPoint</Application>
  <PresentationFormat>On-screen Show (4:3)</PresentationFormat>
  <Paragraphs>78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Acumin Pro</vt:lpstr>
      <vt:lpstr>Franklin Gothic Medium</vt:lpstr>
      <vt:lpstr>Acumin Pro Condensed Semibold</vt:lpstr>
      <vt:lpstr>Acumin Pro Semibold</vt:lpstr>
      <vt:lpstr>Arial</vt:lpstr>
      <vt:lpstr>Acumin Pro Medium</vt:lpstr>
      <vt:lpstr>Calibri</vt:lpstr>
      <vt:lpstr>Franklin Gothic Book</vt:lpstr>
      <vt:lpstr>Franklin Gothic Medium Cond</vt:lpstr>
      <vt:lpstr>Wingdings</vt:lpstr>
      <vt:lpstr>Office Theme</vt:lpstr>
      <vt:lpstr>Week 14</vt:lpstr>
      <vt:lpstr>This Week</vt:lpstr>
      <vt:lpstr>Web App Development</vt:lpstr>
      <vt:lpstr>Case Study on Resistive vs. Capacitive Sensors</vt:lpstr>
      <vt:lpstr>Case Study on Resistive vs. Capacitive Sensors</vt:lpstr>
      <vt:lpstr>Case Study on Resistive vs. Capacitive Sensors</vt:lpstr>
      <vt:lpstr>Rev. 3 PCB Started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53</cp:revision>
  <dcterms:created xsi:type="dcterms:W3CDTF">2023-02-16T02:16:06Z</dcterms:created>
  <dcterms:modified xsi:type="dcterms:W3CDTF">2025-12-01T18:49:59Z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