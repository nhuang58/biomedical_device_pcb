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1"/>
  </p:notesMasterIdLst>
  <p:sldIdLst>
    <p:sldId id="267" r:id="rId5"/>
    <p:sldId id="279" r:id="rId6"/>
    <p:sldId id="287" r:id="rId7"/>
    <p:sldId id="288" r:id="rId8"/>
    <p:sldId id="286" r:id="rId9"/>
    <p:sldId id="277" r:id="rId10"/>
  </p:sldIdLst>
  <p:sldSz cx="9144000" cy="6858000" type="screen4x3"/>
  <p:notesSz cx="6858000" cy="9144000"/>
  <p:embeddedFontLst>
    <p:embeddedFont>
      <p:font typeface="Acumin Pro Condensed Semibold" panose="020B0706020202020204"/>
      <p:regular r:id="rId12"/>
      <p:bold r:id="rId13"/>
      <p:italic r:id="rId14"/>
      <p:boldItalic r:id="rId15"/>
    </p:embeddedFont>
    <p:embeddedFont>
      <p:font typeface="Acumin Pro Medium" panose="020B0604020202020204" pitchFamily="34" charset="77"/>
      <p:regular r:id="rId16"/>
      <p:italic r:id="rId17"/>
    </p:embeddedFont>
    <p:embeddedFont>
      <p:font typeface="Franklin Gothic Book" panose="020B0503020102020204" pitchFamily="34" charset="0"/>
      <p:regular r:id="rId18"/>
      <p:italic r:id="rId19"/>
    </p:embeddedFont>
    <p:embeddedFont>
      <p:font typeface="Franklin Gothic Medium" panose="020B0603020102020204" pitchFamily="34" charset="0"/>
      <p:regular r:id="rId20"/>
      <p:italic r:id="rId21"/>
    </p:embeddedFont>
    <p:embeddedFont>
      <p:font typeface="Franklin Gothic Medium Cond" panose="020B0606030402020204" pitchFamily="3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003"/>
    <p:restoredTop sz="95884"/>
  </p:normalViewPr>
  <p:slideViewPr>
    <p:cSldViewPr snapToGrid="0">
      <p:cViewPr varScale="1">
        <p:scale>
          <a:sx n="113" d="100"/>
          <a:sy n="113" d="100"/>
        </p:scale>
        <p:origin x="640" y="176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07/27/26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*Major Paper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Revision 2 of Paper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Agriculture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Slight error with cables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7EB211-5FBE-4BB2-6798-A12C7E3F8A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Revision 2 of Paper Complete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D310A-000B-A84D-5A06-0B93E002BB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all major edits to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PDF of Rebuttal to paper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hear back on August 9</a:t>
            </a:r>
            <a:r>
              <a:rPr lang="en-US" baseline="30000" dirty="0"/>
              <a:t>th</a:t>
            </a:r>
            <a:r>
              <a:rPr lang="en-US" dirty="0"/>
              <a:t> whether paper is accepted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6E60D4-4E23-45FC-8BA2-FD372EC9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Paper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9C06D-2FC1-BF19-D1CF-62BC0866697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3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FB322C-EBF1-482D-2346-30887BE02D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Slight error with cables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6C24A-36BC-86A7-C11D-F9DA61DE88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Omosalewa tried connecting the headers the wrong way around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connect </a:t>
            </a:r>
            <a:r>
              <a:rPr lang="en-US" dirty="0" err="1"/>
              <a:t>dupont</a:t>
            </a:r>
            <a:r>
              <a:rPr lang="en-US" dirty="0"/>
              <a:t> header to wires, JST housing to JST female in battery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could be that the hardware is not compatible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verify with Omosalewa.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6E5B2F-4F87-59B2-5FD1-4B6BFD5E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Agriculture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727A-4D52-2DBE-2F9F-243360F11D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B0D61C-53DC-171B-D668-CE09FFE8F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57" y="2569030"/>
            <a:ext cx="233727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72587-DF24-E361-3C87-CFAE3C408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Next Week’s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8513-FBE2-EBBB-125E-FA48BA6B1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C5F57F-D41F-FAF8-68C5-CD8D95AF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180-B8A6-C9B8-09AC-F39A8DDB0F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7/8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677F4A-0EE5-8488-2CEF-7324D0597EC2}"/>
              </a:ext>
            </a:extLst>
          </p:cNvPr>
          <p:cNvSpPr txBox="1">
            <a:spLocks/>
          </p:cNvSpPr>
          <p:nvPr/>
        </p:nvSpPr>
        <p:spPr>
          <a:xfrm>
            <a:off x="495300" y="16957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FC558E6-A532-FE38-9520-F82ABF1096A5}"/>
              </a:ext>
            </a:extLst>
          </p:cNvPr>
          <p:cNvSpPr txBox="1">
            <a:spLocks/>
          </p:cNvSpPr>
          <p:nvPr/>
        </p:nvSpPr>
        <p:spPr>
          <a:xfrm>
            <a:off x="342899" y="1449003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 in-person with Pedro for another sensor testing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and package web logger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App executable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Online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Transfer of all Research Data</a:t>
            </a:r>
          </a:p>
        </p:txBody>
      </p:sp>
    </p:spTree>
    <p:extLst>
      <p:ext uri="{BB962C8B-B14F-4D97-AF65-F5344CB8AC3E}">
        <p14:creationId xmlns:p14="http://schemas.microsoft.com/office/powerpoint/2010/main" val="1589025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35192</TotalTime>
  <Words>145</Words>
  <Application>Microsoft Macintosh PowerPoint</Application>
  <PresentationFormat>On-screen Show (4:3)</PresentationFormat>
  <Paragraphs>40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Acumin Pro</vt:lpstr>
      <vt:lpstr>Arial</vt:lpstr>
      <vt:lpstr>Acumin Pro Medium</vt:lpstr>
      <vt:lpstr>Acumin Pro Condensed Semibold</vt:lpstr>
      <vt:lpstr>Franklin Gothic Medium</vt:lpstr>
      <vt:lpstr>Calibri</vt:lpstr>
      <vt:lpstr>Franklin Gothic Medium Cond</vt:lpstr>
      <vt:lpstr>Acumin Pro Semibold</vt:lpstr>
      <vt:lpstr>Franklin Gothic Book</vt:lpstr>
      <vt:lpstr>Wingdings</vt:lpstr>
      <vt:lpstr>Office Theme</vt:lpstr>
      <vt:lpstr>Week 9</vt:lpstr>
      <vt:lpstr>This Week</vt:lpstr>
      <vt:lpstr>Major Paper Updates</vt:lpstr>
      <vt:lpstr>Agriculture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112</cp:revision>
  <cp:lastPrinted>2026-05-25T08:08:19Z</cp:lastPrinted>
  <dcterms:created xsi:type="dcterms:W3CDTF">2023-02-16T02:16:06Z</dcterms:created>
  <dcterms:modified xsi:type="dcterms:W3CDTF">2026-07-27T16:47:00Z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