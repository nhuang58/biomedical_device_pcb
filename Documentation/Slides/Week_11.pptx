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3"/>
  </p:notesMasterIdLst>
  <p:sldIdLst>
    <p:sldId id="267" r:id="rId5"/>
    <p:sldId id="279" r:id="rId6"/>
    <p:sldId id="280" r:id="rId7"/>
    <p:sldId id="289" r:id="rId8"/>
    <p:sldId id="285" r:id="rId9"/>
    <p:sldId id="290" r:id="rId10"/>
    <p:sldId id="278" r:id="rId11"/>
    <p:sldId id="277" r:id="rId12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4"/>
      <p:bold r:id="rId15"/>
      <p:italic r:id="rId16"/>
      <p:boldItalic r:id="rId17"/>
    </p:embeddedFont>
    <p:embeddedFont>
      <p:font typeface="Acumin Pro Medium" panose="020B0604020202020204" pitchFamily="34" charset="77"/>
      <p:regular r:id="rId18"/>
      <p:italic r:id="rId19"/>
    </p:embeddedFont>
    <p:embeddedFont>
      <p:font typeface="Franklin Gothic Book" panose="020B0503020102020204" pitchFamily="34" charset="0"/>
      <p:regular r:id="rId20"/>
      <p:italic r:id="rId21"/>
    </p:embeddedFont>
    <p:embeddedFont>
      <p:font typeface="Franklin Gothic Medium" panose="020B0603020102020204" pitchFamily="34" charset="0"/>
      <p:regular r:id="rId22"/>
      <p:italic r:id="rId23"/>
    </p:embeddedFont>
    <p:embeddedFont>
      <p:font typeface="Franklin Gothic Medium Cond" panose="020B0606030402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24"/>
    <p:restoredTop sz="94593"/>
  </p:normalViewPr>
  <p:slideViewPr>
    <p:cSldViewPr snapToGrid="0">
      <p:cViewPr varScale="1">
        <p:scale>
          <a:sx n="110" d="100"/>
          <a:sy n="110" d="100"/>
        </p:scale>
        <p:origin x="1256" y="18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1.fntdata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18:37:35.049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1861 205 24575,'-15'0'0,"-9"0"0,-16 0 0,-11 0 0,-16 0 0,-8 0 0,-5 0 0,-14 0 0,42 0 0,-1 0 0,0 0 0,-2 0 0,-4 0 0,-2 0 0,-1 0 0,-1 0 0,-3 2 0,1 1 0,6 1 0,1 2 0,0 4 0,1 2 0,1 3 0,0 2 0,3 0 0,1 2 0,-4 0 0,2 1 0,-29 14 0,21-4 0,15-4 0,14-3 0,11-6 0,10-5 0,7-2 0,3 3 0,2 6 0,0 5 0,0 4 0,0 0 0,0 3 0,7 5 0,15 6 0,24 6 0,23 1 0,19-3 0,-37-25 0,2-3 0,4-2 0,2-2 0,4-4 0,1-2 0,1-3 0,1-2 0,-1-1 0,-2-1 0,-2-1 0,-1 0 0,-2-1 0,-1 0 0,-3-2 0,-1-3 0,0-2 0,-2-3 0,0-2 0,-1-2 0,1-2 0,-1-2 0,0 1 0,-1-2 0,1 1 0,0 0 0,0-1 0,-1-1 0,-2 1 0,-2 0 0,36-18 0,-16 1 0,-13 3 0,-11 2 0,-7-2 0,-7-5 0,-7-12 0,-6-12 0,-6-8 0,-11-3 0,-23 6 0,-30 10 0,11 32 0,-6 4 0,-16 3 0,-5 4 0,-11 4 0,-3 3 0,-2 2 0,0 2 0,1 3 0,2 1-1357,12 0 0,7 0 0,-11 0 1,29 0-1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14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11/24/2025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 12 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Finished quote for PCB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Mobile App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Frontend Design Started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Backend Framework Started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Form 12 complete and awaiting verification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12 Ordering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C17E7F-0E54-C3DE-3462-96777D99F5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Screenshot of form 12 attached below: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 descr="A close-up of a form&#10;&#10;AI-generated content may be incorrect.">
            <a:extLst>
              <a:ext uri="{FF2B5EF4-FFF2-40B4-BE49-F238E27FC236}">
                <a16:creationId xmlns:a16="http://schemas.microsoft.com/office/drawing/2014/main" id="{82EBCE9E-298A-EC8A-EDAD-B7A5783C5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36" y="1889338"/>
            <a:ext cx="7772400" cy="367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27AC-89E0-4CE3-6E4E-240167D0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8FEC9B-AEF1-0A23-545C-27620C7795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PCBA can be ordered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0FC0DA-FCDE-E8A7-723F-68E8E550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Finished Quote for PCB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5917-864F-AD37-4D47-E60182E652B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995F26-D17F-5340-CDBA-8985C38098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Finalized quote seen below: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Weight estimate is incorrect (for all parts related to assembly)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C3BF65-E28B-BCCC-147E-B3C94201D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2207899"/>
            <a:ext cx="7772400" cy="369581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7BA06DF-87E1-BC4E-5161-47D134397A23}"/>
                  </a:ext>
                </a:extLst>
              </p14:cNvPr>
              <p14:cNvContentPartPr/>
              <p14:nvPr/>
            </p14:nvContentPartPr>
            <p14:xfrm>
              <a:off x="7459255" y="1926542"/>
              <a:ext cx="799560" cy="346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7BA06DF-87E1-BC4E-5161-47D134397A2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50615" y="1917902"/>
                <a:ext cx="817200" cy="364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1741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Mobile App Development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Conversion from Web BLE -&gt; Mobile more difficult than anticipated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Needed new dependencies: Xcode, </a:t>
            </a:r>
            <a:r>
              <a:rPr lang="en-US" sz="1800" dirty="0" err="1"/>
              <a:t>CocoaPods</a:t>
            </a:r>
            <a:r>
              <a:rPr lang="en-US" sz="1800" dirty="0"/>
              <a:t>, Capacitor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Will be able to finished by next week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05560D-BA79-470A-D2D2-798491EA1D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62" r="15335" b="-2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Frontend Design Started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28286-F58B-A4CA-D0BA-8FD79BC50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6A6B5A1-51A8-7F01-0F2C-1526D571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Mobile App Development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F009817-44D2-A8D0-C29C-873EE87C3A8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Basic view of iPad app seen below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Basic functionality of the web version (with Bluetooth), with redundant feature removed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ask </a:t>
            </a:r>
            <a:r>
              <a:rPr lang="en-US" dirty="0" err="1"/>
              <a:t>Omosalewa</a:t>
            </a:r>
            <a:r>
              <a:rPr lang="en-US" dirty="0"/>
              <a:t> if she believes additional features would benefit the app</a:t>
            </a:r>
          </a:p>
        </p:txBody>
      </p:sp>
      <p:pic>
        <p:nvPicPr>
          <p:cNvPr id="1026" name="Picture 2" descr="Generated image">
            <a:extLst>
              <a:ext uri="{FF2B5EF4-FFF2-40B4-BE49-F238E27FC236}">
                <a16:creationId xmlns:a16="http://schemas.microsoft.com/office/drawing/2014/main" id="{B729D2F1-948C-267C-FFF5-AB7A53A4D2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31868" y="2380387"/>
            <a:ext cx="4069232" cy="2716211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082681-7121-5884-FA79-C843BBC617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Backend Framework of App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49631-F52B-6D5D-133A-62ED0B699C3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3951893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 Mobile App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Data Logging Functionality for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Dependency Issues with several iOS development environments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CocoaPods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NPM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Capacitor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20207</TotalTime>
  <Words>184</Words>
  <Application>Microsoft Macintosh PowerPoint</Application>
  <PresentationFormat>On-screen Show (4:3)</PresentationFormat>
  <Paragraphs>47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Acumin Pro</vt:lpstr>
      <vt:lpstr>Franklin Gothic Medium</vt:lpstr>
      <vt:lpstr>Acumin Pro Condensed Semibold</vt:lpstr>
      <vt:lpstr>Acumin Pro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Office Theme</vt:lpstr>
      <vt:lpstr>Week 14</vt:lpstr>
      <vt:lpstr>This Week</vt:lpstr>
      <vt:lpstr>Form 12 Ordering</vt:lpstr>
      <vt:lpstr>Finished Quote for PCB</vt:lpstr>
      <vt:lpstr>Mobile App Development</vt:lpstr>
      <vt:lpstr>Mobile App Development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49</cp:revision>
  <dcterms:created xsi:type="dcterms:W3CDTF">2023-02-16T02:16:06Z</dcterms:created>
  <dcterms:modified xsi:type="dcterms:W3CDTF">2025-11-25T01:08:59Z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