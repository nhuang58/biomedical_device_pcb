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0" r:id="rId7"/>
    <p:sldId id="281" r:id="rId8"/>
    <p:sldId id="282" r:id="rId9"/>
    <p:sldId id="278" r:id="rId10"/>
    <p:sldId id="283" r:id="rId11"/>
    <p:sldId id="277" r:id="rId12"/>
  </p:sldIdLst>
  <p:sldSz cx="9144000" cy="6858000" type="screen4x3"/>
  <p:notesSz cx="6858000" cy="9144000"/>
  <p:embeddedFontLst>
    <p:embeddedFont>
      <p:font typeface="Acumin Pro Condensed Semibold" panose="020B0604020202020204" charset="0"/>
      <p:regular r:id="rId14"/>
      <p:bold r:id="rId15"/>
      <p:italic r:id="rId16"/>
      <p:boldItalic r:id="rId17"/>
    </p:embeddedFont>
    <p:embeddedFont>
      <p:font typeface="Acumin Pro Medium" panose="020B0604020202020204" charset="0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7"/>
    <p:restoredTop sz="94692"/>
  </p:normalViewPr>
  <p:slideViewPr>
    <p:cSldViewPr snapToGrid="0">
      <p:cViewPr varScale="1">
        <p:scale>
          <a:sx n="75" d="100"/>
          <a:sy n="75" d="100"/>
        </p:scale>
        <p:origin x="52" y="7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Huang58/Biomedical_Device_PCB.gi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arduino.cc/resources/schematics/ABX00050-schematics.pdf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05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9/25/2025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Began Arduino Programming and PCB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Programming Arduino</a:t>
            </a:r>
          </a:p>
          <a:p>
            <a:pPr marL="285750" indent="-285750">
              <a:buFontTx/>
              <a:buChar char="-"/>
            </a:pPr>
            <a:r>
              <a:rPr lang="en-US" dirty="0"/>
              <a:t>GitHub Organization/Formulization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Schematic Creation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Circuit Board Creation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AC1E08-5792-A97A-8AB6-68BE8212244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4816554" cy="4454706"/>
          </a:xfrm>
        </p:spPr>
        <p:txBody>
          <a:bodyPr/>
          <a:lstStyle/>
          <a:p>
            <a:r>
              <a:rPr lang="en-US" dirty="0"/>
              <a:t>Install Deprecated version of Arduino Software</a:t>
            </a:r>
          </a:p>
          <a:p>
            <a:r>
              <a:rPr lang="en-US" dirty="0"/>
              <a:t>Install </a:t>
            </a:r>
            <a:r>
              <a:rPr lang="en-US" dirty="0" err="1"/>
              <a:t>ArduinoBLE</a:t>
            </a:r>
            <a:r>
              <a:rPr lang="en-US" dirty="0"/>
              <a:t> for Bluetooth communication</a:t>
            </a:r>
          </a:p>
          <a:p>
            <a:r>
              <a:rPr lang="en-US" dirty="0"/>
              <a:t>Install Arduino_BL2Y for communication to Arduino Nicla Sense ME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76EBCE-E8DF-E774-85D9-3C5296AC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Needed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47FEB-7AB6-EE29-8338-E837BCA94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Several Libraries are needed to start the Arduino code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2EA30-1628-BBD2-6142-80F97FB815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D48A6-083C-7D3E-1850-157EFCBCE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732" y="1769504"/>
            <a:ext cx="3198872" cy="2118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75FE1B-AF06-994A-018B-25270C537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730" y="4117155"/>
            <a:ext cx="3198873" cy="210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5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D0D-2F03-CD3B-E851-A04CE81B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Tester code for Modules (Working)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099A1A-4222-7781-BFCA-CFFF5255864E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tretch>
            <a:fillRect/>
          </a:stretch>
        </p:blipFill>
        <p:spPr>
          <a:xfrm>
            <a:off x="350838" y="2479372"/>
            <a:ext cx="2630487" cy="2518381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786781A-8FA3-91C3-6166-1C095B18FF2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/>
          <a:stretch>
            <a:fillRect/>
          </a:stretch>
        </p:blipFill>
        <p:spPr>
          <a:xfrm>
            <a:off x="3255963" y="2508320"/>
            <a:ext cx="2632075" cy="246048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5F81A1-D5F9-1A7A-2025-C699A4C2B0DD}"/>
              </a:ext>
            </a:extLst>
          </p:cNvPr>
          <p:cNvPicPr>
            <a:picLocks noGrp="1" noChangeAspect="1"/>
          </p:cNvPicPr>
          <p:nvPr>
            <p:ph idx="18"/>
          </p:nvPr>
        </p:nvPicPr>
        <p:blipFill>
          <a:blip r:embed="rId4"/>
          <a:stretch>
            <a:fillRect/>
          </a:stretch>
        </p:blipFill>
        <p:spPr>
          <a:xfrm>
            <a:off x="6181725" y="2799211"/>
            <a:ext cx="2632075" cy="1878702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69B963-F55B-9176-C7EC-C9005AD8AE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Gyroscope			IMU				   Temperature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C43605-A6B9-0CFE-CC37-CFB4424E8C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1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988DA6-3570-AFE3-56A0-47F61F7D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Strain Gauge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3F949-7047-3104-5E9C-A20D1456BF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Needs to be created on the schematic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EED8D-F8EF-AE97-48F8-F8F1EAFFC5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6" name="Picture 6" descr="three-wire quarter bridge strain gauge circuit">
            <a:extLst>
              <a:ext uri="{FF2B5EF4-FFF2-40B4-BE49-F238E27FC236}">
                <a16:creationId xmlns:a16="http://schemas.microsoft.com/office/drawing/2014/main" id="{6A6C1CBE-BF0D-B1BB-D083-1C7062DDA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857" y="2227747"/>
            <a:ext cx="4207233" cy="273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36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GitHub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6E45D-E5E6-81DD-D200-72F4D9D9A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65" y="2540829"/>
            <a:ext cx="4059877" cy="2395327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https://github.com/NHuang58/Biomedical_Device_PCB.git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/>
          </a:bodyPr>
          <a:lstStyle/>
          <a:p>
            <a:r>
              <a:rPr lang="en-US" dirty="0"/>
              <a:t>Organization Metric for Next ~2 Semesters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935687-129A-812A-0797-20AA94B892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Started developing on KiCad: https://www.kicad.org/download/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0B076-47A8-BAC8-D216-40F85BFEC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Conventional Nicla Sense ME Schematics NOT available for download:</a:t>
            </a:r>
          </a:p>
          <a:p>
            <a:pPr marL="285750" indent="-285750">
              <a:buFontTx/>
              <a:buChar char="-"/>
            </a:pPr>
            <a:r>
              <a:rPr lang="en-US" dirty="0"/>
              <a:t>Schematics made available online however: </a:t>
            </a:r>
            <a:r>
              <a:rPr lang="en-US" dirty="0">
                <a:hlinkClick r:id="rId2"/>
              </a:rPr>
              <a:t>https://docs.arduino.cc/resources/schematics/ABX00050-schematics.pdf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Needed to create own layout within PCB editor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6AC51-41BA-C1D0-14E8-E59D5B59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&amp; Schematic Creation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623E-0FD8-D9BD-200E-54917B4BEA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33A935-58F4-5BC5-B0CB-4D6D7ABC2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082" y="3270132"/>
            <a:ext cx="3976776" cy="2633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85E62B-18A4-5487-43B9-B91B8AFA7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68" y="3270132"/>
            <a:ext cx="2826282" cy="271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4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http://schemas.microsoft.com/office/2006/metadata/properties"/>
    <ds:schemaRef ds:uri="37af3f4b-4b66-46f9-8456-831d9bc3e737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8355</TotalTime>
  <Words>184</Words>
  <Application>Microsoft Office PowerPoint</Application>
  <PresentationFormat>On-screen Show (4:3)</PresentationFormat>
  <Paragraphs>35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Acumin Pro Semibold</vt:lpstr>
      <vt:lpstr>Calibri</vt:lpstr>
      <vt:lpstr>Franklin Gothic Medium Cond</vt:lpstr>
      <vt:lpstr>Arial</vt:lpstr>
      <vt:lpstr>Acumin Pro</vt:lpstr>
      <vt:lpstr>Acumin Pro Condensed Semibold</vt:lpstr>
      <vt:lpstr>Acumin Pro Medium</vt:lpstr>
      <vt:lpstr>Wingdings</vt:lpstr>
      <vt:lpstr>Franklin Gothic Medium</vt:lpstr>
      <vt:lpstr>Franklin Gothic Book</vt:lpstr>
      <vt:lpstr>Office Theme</vt:lpstr>
      <vt:lpstr>Week 05</vt:lpstr>
      <vt:lpstr>Progress</vt:lpstr>
      <vt:lpstr>Libraries Needed</vt:lpstr>
      <vt:lpstr>Tester code for Modules (Working)</vt:lpstr>
      <vt:lpstr>Strain Gauge</vt:lpstr>
      <vt:lpstr>GitHub</vt:lpstr>
      <vt:lpstr>PCB &amp; Schematic Creation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37</cp:revision>
  <dcterms:created xsi:type="dcterms:W3CDTF">2023-02-16T02:16:06Z</dcterms:created>
  <dcterms:modified xsi:type="dcterms:W3CDTF">2025-09-26T14:47:23Z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