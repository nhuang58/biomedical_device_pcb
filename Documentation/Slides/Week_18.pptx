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2"/>
  </p:notesMasterIdLst>
  <p:sldIdLst>
    <p:sldId id="267" r:id="rId5"/>
    <p:sldId id="279" r:id="rId6"/>
    <p:sldId id="289" r:id="rId7"/>
    <p:sldId id="290" r:id="rId8"/>
    <p:sldId id="288" r:id="rId9"/>
    <p:sldId id="291" r:id="rId10"/>
    <p:sldId id="277" r:id="rId11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3"/>
      <p:bold r:id="rId14"/>
      <p:italic r:id="rId15"/>
      <p:boldItalic r:id="rId16"/>
    </p:embeddedFont>
    <p:embeddedFont>
      <p:font typeface="Acumin Pro Medium" panose="020B0604020202020204" pitchFamily="34" charset="77"/>
      <p:regular r:id="rId17"/>
      <p:italic r:id="rId18"/>
    </p:embeddedFont>
    <p:embeddedFont>
      <p:font typeface="Franklin Gothic Book" panose="020B0503020102020204" pitchFamily="34" charset="0"/>
      <p:regular r:id="rId19"/>
      <p:italic r:id="rId20"/>
    </p:embeddedFont>
    <p:embeddedFont>
      <p:font typeface="Franklin Gothic Medium" panose="020B0603020102020204" pitchFamily="34" charset="0"/>
      <p:regular r:id="rId21"/>
      <p:italic r:id="rId22"/>
    </p:embeddedFont>
    <p:embeddedFont>
      <p:font typeface="Franklin Gothic Medium Cond" panose="020B060603040202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/>
    <p:restoredTop sz="94521"/>
  </p:normalViewPr>
  <p:slideViewPr>
    <p:cSldViewPr snapToGrid="0">
      <p:cViewPr>
        <p:scale>
          <a:sx n="106" d="100"/>
          <a:sy n="106" d="100"/>
        </p:scale>
        <p:origin x="816" y="200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89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01/19/26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week’s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Analysis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Measures of Impacts (Small, Medium, Large)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Management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Isolate Issues on Power Management within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Semester Plans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Agriculture Side (Phase 1)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7EAAA951-0E5F-975E-9DE6-159B4679551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b="39565"/>
          <a:stretch>
            <a:fillRect/>
          </a:stretch>
        </p:blipFill>
        <p:spPr>
          <a:xfrm>
            <a:off x="4891490" y="1643074"/>
            <a:ext cx="3909610" cy="2055591"/>
          </a:xfr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B1A4BEA-830E-2639-F860-37DFB909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1" kern="1200" cap="none" baseline="0">
                <a:latin typeface="Acumin Pro Condensed Semibold" panose="020B0506020202020204" pitchFamily="34" charset="77"/>
                <a:ea typeface="+mj-ea"/>
                <a:cs typeface="+mj-cs"/>
              </a:rPr>
              <a:t>Data Analysis</a:t>
            </a:r>
          </a:p>
        </p:txBody>
      </p:sp>
      <p:pic>
        <p:nvPicPr>
          <p:cNvPr id="14" name="Content Placeholder 13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DD90543A-0A8B-40AA-CD37-FD5A0E815CC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l="14970" r="9125" b="2"/>
          <a:stretch>
            <a:fillRect/>
          </a:stretch>
        </p:blipFill>
        <p:spPr>
          <a:xfrm>
            <a:off x="6965414" y="3884038"/>
            <a:ext cx="1835685" cy="2055591"/>
          </a:xfrm>
          <a:noFill/>
        </p:spPr>
      </p:pic>
      <p:pic>
        <p:nvPicPr>
          <p:cNvPr id="10" name="Content Placeholder 9" descr="A graph with blue dots and red lines&#10;&#10;AI-generated content may be incorrect.">
            <a:extLst>
              <a:ext uri="{FF2B5EF4-FFF2-40B4-BE49-F238E27FC236}">
                <a16:creationId xmlns:a16="http://schemas.microsoft.com/office/drawing/2014/main" id="{CC1F3BF1-C5D1-2575-D1A8-C2D8367B467E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4"/>
          <a:srcRect l="4780" r="23245" b="-7"/>
          <a:stretch>
            <a:fillRect/>
          </a:stretch>
        </p:blipFill>
        <p:spPr>
          <a:xfrm>
            <a:off x="4891490" y="3879120"/>
            <a:ext cx="1896687" cy="2055592"/>
          </a:xfr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A66442-4427-F988-6499-C3DD64EF63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954291"/>
            <a:ext cx="8458200" cy="3657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i="0" kern="1200" baseline="0" dirty="0">
                <a:latin typeface="Acumin Pro Condensed Semibold" panose="020B0506020202020204" pitchFamily="34" charset="77"/>
                <a:ea typeface="+mn-ea"/>
                <a:cs typeface="+mn-cs"/>
              </a:rPr>
              <a:t>Measures of Impacts (Small, Medium, Large)</a:t>
            </a:r>
          </a:p>
          <a:p>
            <a:endParaRPr lang="en-US" b="1" i="0" kern="1200" baseline="0" dirty="0">
              <a:latin typeface="Acumin Pro Condensed Semibold" panose="020B0506020202020204" pitchFamily="34" charset="77"/>
              <a:ea typeface="+mn-ea"/>
              <a:cs typeface="+mn-cs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0F0B1A0-4A02-D4E7-04DE-1F054CD3FFAD}"/>
              </a:ext>
            </a:extLst>
          </p:cNvPr>
          <p:cNvSpPr txBox="1">
            <a:spLocks/>
          </p:cNvSpPr>
          <p:nvPr/>
        </p:nvSpPr>
        <p:spPr>
          <a:xfrm>
            <a:off x="334737" y="1643074"/>
            <a:ext cx="4308874" cy="4307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itchFamily="2" charset="2"/>
              <a:buChar char="§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7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None/>
              <a:defRPr sz="10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cumin Pro" panose="020B0504020202020204" pitchFamily="34" charset="77"/>
              </a:rPr>
              <a:t>Data averaged over 10 entries of Nicla Sense Data</a:t>
            </a:r>
          </a:p>
          <a:p>
            <a:r>
              <a:rPr lang="en-US" dirty="0">
                <a:latin typeface="Acumin Pro" panose="020B0504020202020204" pitchFamily="34" charset="77"/>
              </a:rPr>
              <a:t>10 entries attempted to be of the same magnitude</a:t>
            </a:r>
          </a:p>
          <a:p>
            <a:endParaRPr lang="en-US" dirty="0">
              <a:latin typeface="Acumin Pro" panose="020B0504020202020204" pitchFamily="34" charset="77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51957C04-8131-C60A-5170-AF252C2CF431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E4B7DBA6-6436-45CE-5FF3-B82F0AD2C34B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DEE10-4AE0-6ECD-1441-870974081A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461174" y="6295058"/>
            <a:ext cx="1339925" cy="323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3/31/23            ‹#›</a:t>
            </a:r>
          </a:p>
        </p:txBody>
      </p:sp>
    </p:spTree>
    <p:extLst>
      <p:ext uri="{BB962C8B-B14F-4D97-AF65-F5344CB8AC3E}">
        <p14:creationId xmlns:p14="http://schemas.microsoft.com/office/powerpoint/2010/main" val="2081402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F74F2F6-3F3B-30A1-DCDB-27E1DDC5DE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Isolate Issues on Power Management with Board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1395A33-7B3D-E451-771D-4EEC51DFE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Annai MN" pitchFamily="2" charset="77"/>
                <a:cs typeface="Arial" panose="020B0604020202020204" pitchFamily="34" charset="0"/>
              </a:rPr>
              <a:t> PMIC Watchdog/Ship Mode: The BQ25120A Power Management IC may be entering "Ship Mode" or timing out.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Annai MN" pitchFamily="2" charset="77"/>
                <a:cs typeface="Arial" panose="020B0604020202020204" pitchFamily="34" charset="0"/>
              </a:rPr>
              <a:t> Battery Undervoltage (BUVLO): Peak draws from BLE or sensors cause voltage sags that trigger the 3.0V safety cutoff.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Annai MN" pitchFamily="2" charset="77"/>
                <a:cs typeface="Arial" panose="020B0604020202020204" pitchFamily="34" charset="0"/>
              </a:rPr>
              <a:t> NTC Thermal Protection: If using a 3-pin battery, the PMIC may be misreading temperature data as an overheat condition</a:t>
            </a:r>
            <a:endParaRPr lang="en-US" altLang="en-US" dirty="0">
              <a:latin typeface="Arial" panose="020B0604020202020204" pitchFamily="34" charset="0"/>
              <a:ea typeface="Annai MN" pitchFamily="2" charset="77"/>
              <a:cs typeface="Arial" panose="020B0604020202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3DA2109-7C3D-71E5-D784-BE4DD3614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Management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1A94EE-D476-7DA4-D690-6F5870293F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92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F36D-4A0A-35E0-585D-81C7286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89B3BC-0C54-E2F6-2DAC-AEC39FB579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Outline Entire Semester 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6847D-6C77-2972-16ED-9D5EDF24A5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Agriculture Department wants to complete Phase 1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Longer Data Collection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Emphasis on the Remote Charging System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Pilot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16378A-3B82-C468-F62D-21497ABF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Semester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1CFDE-90B7-B6A6-C8CB-3D4D4E5BC6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1379009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A39B02-B6D0-1A20-83F3-47B6893A5D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Purdue Polytechnic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D790E-44C6-925D-E916-42D41F9223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*Wait on Feedback from Agriculture and ME*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Refine the design/development of the system: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Battery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Board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Sensors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Collection of the Data from Chickens: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Refining the next version of the system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Refine the UI/UX – Agriculture people need help analyzing the data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dirty="0"/>
              <a:t>Make it so they do not need our constant help with analyzing the data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Seeing what all the data looks like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Begin Thinking about Publication Manuscript: (Placeholder)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Go through different iterations of HW/SW, still want to be able to publish something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Want to get some kind of publishing from it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u="sng" dirty="0"/>
              <a:t>1</a:t>
            </a:r>
            <a:r>
              <a:rPr lang="en-US" u="sng" baseline="30000" dirty="0"/>
              <a:t>st</a:t>
            </a:r>
            <a:r>
              <a:rPr lang="en-US" u="sng" dirty="0"/>
              <a:t> publication: System itself (all components, electrical parts, data) 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publication: Agriculture data + conclusion</a:t>
            </a:r>
          </a:p>
          <a:p>
            <a:pPr marL="1028700" lvl="2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B00121-8AB8-3FE2-3CEF-B41C9AAA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Semester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5EEA-4EB8-B6B7-0C07-DEF86E421A7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826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24042</TotalTime>
  <Words>324</Words>
  <Application>Microsoft Macintosh PowerPoint</Application>
  <PresentationFormat>On-screen Show (4:3)</PresentationFormat>
  <Paragraphs>58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Acumin Pro Condensed Semibold</vt:lpstr>
      <vt:lpstr>Calibri</vt:lpstr>
      <vt:lpstr>Acumin Pro Semibold</vt:lpstr>
      <vt:lpstr>Acumin Pro Medium</vt:lpstr>
      <vt:lpstr>Franklin Gothic Book</vt:lpstr>
      <vt:lpstr>Franklin Gothic Medium Cond</vt:lpstr>
      <vt:lpstr>Wingdings</vt:lpstr>
      <vt:lpstr>Franklin Gothic Medium</vt:lpstr>
      <vt:lpstr>Arial</vt:lpstr>
      <vt:lpstr>Acumin Pro</vt:lpstr>
      <vt:lpstr>Office Theme</vt:lpstr>
      <vt:lpstr>Week 2</vt:lpstr>
      <vt:lpstr>This Week</vt:lpstr>
      <vt:lpstr>Data Analysis</vt:lpstr>
      <vt:lpstr>Power Management</vt:lpstr>
      <vt:lpstr>This Semester</vt:lpstr>
      <vt:lpstr>This Semester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64</cp:revision>
  <dcterms:created xsi:type="dcterms:W3CDTF">2023-02-16T02:16:06Z</dcterms:created>
  <dcterms:modified xsi:type="dcterms:W3CDTF">2026-01-19T18:14:31Z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