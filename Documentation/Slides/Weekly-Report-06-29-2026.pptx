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18"/>
  </p:notesMasterIdLst>
  <p:sldIdLst>
    <p:sldId id="267" r:id="rId5"/>
    <p:sldId id="279" r:id="rId6"/>
    <p:sldId id="294" r:id="rId7"/>
    <p:sldId id="301" r:id="rId8"/>
    <p:sldId id="304" r:id="rId9"/>
    <p:sldId id="305" r:id="rId10"/>
    <p:sldId id="306" r:id="rId11"/>
    <p:sldId id="298" r:id="rId12"/>
    <p:sldId id="299" r:id="rId13"/>
    <p:sldId id="300" r:id="rId14"/>
    <p:sldId id="303" r:id="rId15"/>
    <p:sldId id="297" r:id="rId16"/>
    <p:sldId id="277" r:id="rId17"/>
  </p:sldIdLst>
  <p:sldSz cx="9144000" cy="6858000" type="screen4x3"/>
  <p:notesSz cx="6858000" cy="9144000"/>
  <p:embeddedFontLst>
    <p:embeddedFont>
      <p:font typeface="Acumin Pro" panose="020B0504020202020204" pitchFamily="34" charset="0"/>
      <p:regular r:id="rId19"/>
      <p:bold r:id="rId20"/>
      <p:italic r:id="rId21"/>
      <p:boldItalic r:id="rId22"/>
    </p:embeddedFont>
    <p:embeddedFont>
      <p:font typeface="Acumin Pro Condensed Semibold" panose="020B0604020202020204" charset="0"/>
      <p:regular r:id="rId23"/>
      <p:bold r:id="rId24"/>
      <p:italic r:id="rId25"/>
      <p:boldItalic r:id="rId26"/>
    </p:embeddedFont>
    <p:embeddedFont>
      <p:font typeface="Acumin Pro Medium" panose="020B0604020202020204" charset="0"/>
      <p:regular r:id="rId27"/>
      <p:italic r:id="rId28"/>
    </p:embeddedFont>
    <p:embeddedFont>
      <p:font typeface="Franklin Gothic Book" panose="020B0503020102020204" pitchFamily="34" charset="0"/>
      <p:regular r:id="rId29"/>
      <p:italic r:id="rId30"/>
    </p:embeddedFont>
    <p:embeddedFont>
      <p:font typeface="Franklin Gothic Medium" panose="020B0603020102020204" pitchFamily="34" charset="0"/>
      <p:regular r:id="rId31"/>
      <p:italic r:id="rId32"/>
    </p:embeddedFont>
    <p:embeddedFont>
      <p:font typeface="Franklin Gothic Medium Cond" panose="020B0606030402020204" pitchFamily="34" charset="0"/>
      <p:regular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 userDrawn="1">
          <p15:clr>
            <a:srgbClr val="A4A3A4"/>
          </p15:clr>
        </p15:guide>
        <p15:guide id="2" pos="23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6CE219-6CB4-4D82-2315-C217F06FFCCD}" name="Hiller, Kelly R" initials="HKR" userId="S::khiller@purdue.edu::b25b1487-7f5e-4b7f-a0b2-f8bcb0b1ea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B991"/>
    <a:srgbClr val="DDB945"/>
    <a:srgbClr val="EBD9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8464"/>
    <p:restoredTop sz="95884"/>
  </p:normalViewPr>
  <p:slideViewPr>
    <p:cSldViewPr snapToGrid="0">
      <p:cViewPr varScale="1">
        <p:scale>
          <a:sx n="113" d="100"/>
          <a:sy n="113" d="100"/>
        </p:scale>
        <p:origin x="102" y="192"/>
      </p:cViewPr>
      <p:guideLst>
        <p:guide orient="horz" pos="1080"/>
        <p:guide pos="2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21" Type="http://schemas.openxmlformats.org/officeDocument/2006/relationships/font" Target="fonts/font3.fntdata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7.fntdata"/><Relationship Id="rId33" Type="http://schemas.openxmlformats.org/officeDocument/2006/relationships/font" Target="fonts/font15.fntdata"/><Relationship Id="rId38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6.fntdata"/><Relationship Id="rId32" Type="http://schemas.openxmlformats.org/officeDocument/2006/relationships/font" Target="fonts/font14.fntdata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font" Target="fonts/font1.fntdata"/><Relationship Id="rId31" Type="http://schemas.openxmlformats.org/officeDocument/2006/relationships/font" Target="fonts/font13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font" Target="fonts/font12.fntdata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26CF7-48D8-2F46-AFC8-8A5D2298DFDD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BF745-0557-B241-863F-056113C70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31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631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82BBC47-D7E9-E849-BE67-7366DB4087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77278"/>
            <a:ext cx="7144105" cy="534037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29339"/>
            <a:ext cx="7144105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0" i="0">
                <a:solidFill>
                  <a:schemeClr val="bg2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6FFA1BC-72F9-9048-3E39-D300A3A6A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93720"/>
            <a:ext cx="714410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fld id="{C7124C19-F609-8C4C-8116-78E353E3E672}" type="datetime1">
              <a:rPr lang="en-US" smtClean="0"/>
              <a:t>3/29/23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52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B1EEEEC0-D7E4-4DE5-4E3D-FAAD9ABA89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17643"/>
            <a:ext cx="7183861" cy="583733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EDB9B8-C811-84E9-5F58-0130F3A80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17147"/>
            <a:ext cx="7183861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1" i="0">
                <a:solidFill>
                  <a:schemeClr val="tx1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4BF34A7-30DF-7BD2-A5A2-434BBF6672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79275"/>
            <a:ext cx="7183861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3/31/23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AC34E1-E044-0445-842B-2F1F9D1C92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2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4176D92-8FAB-782E-E607-5D0C5CC9C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9144000" cy="6858000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DAFB6-8BB6-ADBB-6574-5B0C25E7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229" y="5049077"/>
            <a:ext cx="8450036" cy="685801"/>
          </a:xfrm>
        </p:spPr>
        <p:txBody>
          <a:bodyPr>
            <a:normAutofit/>
          </a:bodyPr>
          <a:lstStyle>
            <a:lvl1pPr algn="ctr" fontAlgn="b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FF931D0-D7E7-D9E1-3CCC-83299A0922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229" y="5754757"/>
            <a:ext cx="8450036" cy="449263"/>
          </a:xfrm>
        </p:spPr>
        <p:txBody>
          <a:bodyPr>
            <a:noAutofit/>
          </a:bodyPr>
          <a:lstStyle>
            <a:lvl1pPr marL="0" indent="0" algn="ctr">
              <a:buFontTx/>
              <a:buNone/>
              <a:defRPr sz="20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BCA5A-C755-0E4A-878C-D1822540E2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1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9525"/>
            <a:ext cx="9144000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A0E95C-D44C-0BD3-29E1-C39EBAC823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21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226450-0A2C-4A4B-95A5-6E0D1BC45A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432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317D3B-55CD-0048-B746-CB10A28D4E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872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28D381-488B-4C1C-32F0-1D389C1FF7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51064" y="1543324"/>
            <a:ext cx="8450036" cy="4454706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EE0A7E-143D-2A83-397F-55801DA0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65EE62C3-A7DA-7701-DE4B-C1A290C4FAE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F54FE2-5844-7885-7089-16924C393E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F76393-33C8-0244-A117-D97655079C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90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449F3F-4187-E891-E28D-ABAA4011813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731868" y="1543324"/>
            <a:ext cx="4069232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FC4CE19-DA95-2729-993D-BB0D45B6B5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E23E79-165A-C0A0-34F4-D4CD4FAC54E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EEFC3C-29D1-EA4A-9C0C-4952B61838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6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6" y="1543324"/>
            <a:ext cx="2630674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D77F14-E88B-D0A5-6F63-E4DA45A7CD6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256663" y="1543324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A95E987-1BAB-5DE6-3A52-75935C62985E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182353" y="1543323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A31FF2-2F1A-7D0F-36B0-1773F6A9AB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E20F0F-7917-55BD-382B-A4E02410819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2896B7-E91D-CD4D-A891-824CE769BC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1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4" y="1543324"/>
            <a:ext cx="410230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706959" y="1543324"/>
            <a:ext cx="4094045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1641B97-9FFC-02AC-9A83-AD9CF1F958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D58084-BB32-E44F-B6BE-79DC4BE0EE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85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6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4"/>
            <a:ext cx="265085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252731" y="1543325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44470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154204" y="1532308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347E27B2-1DE2-3469-81EF-9EBD7DC7AF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45943" y="3641256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039C530-4D1F-8F28-146E-3ECC4BBCE9E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64C2680-37A6-C442-ACC9-0E1A4F33FD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671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7402-16CB-60F1-259A-4E1A1619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2" y="457200"/>
            <a:ext cx="3236117" cy="964096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89552-EB9F-6D72-9130-E107C02C2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2902" y="1570384"/>
            <a:ext cx="3236117" cy="4298605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F6EAB8-D2BB-0BDE-C7AC-895B69CA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3904" y="457200"/>
            <a:ext cx="4997195" cy="541178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C4977-AD33-556A-2AED-7416F7D439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2DB49B-3FD4-EF4C-B023-17613C9AF5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90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7832766-AA56-63AE-E2AA-9A294734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F92D672-5C11-B647-ADA7-722837BA86C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715222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AFB8997-E903-BD34-CBB7-A70F3BD09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135B86-20D4-13D9-0376-A64DF5C38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0AF4890-83F2-1B4C-9129-0943FD5BE6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with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51065" y="1543324"/>
            <a:ext cx="4397009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1820" y="1543322"/>
            <a:ext cx="3847445" cy="4307573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2614933" y="3795305"/>
            <a:ext cx="2133141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51065" y="3795304"/>
            <a:ext cx="2133141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A9D6A4-F44C-720B-EF21-A331231A647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06DF57-624C-3D4C-9311-96AE05CC4C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244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6571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42900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60A3B0E8-AC0D-A169-37E3-2D123D6EBF24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243828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40970D8-E511-89A8-FC5C-6DB37485ADE3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161085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B04B79A-B4BD-0306-3D46-D570E1F51CA6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3227499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50B4796-C4B7-C272-5ADD-7D6C896B70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161085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633AE4D-056F-FC97-1F10-877F247AB319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310242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19716662-3C77-F831-E45C-F9EA49810F58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326571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1ED1A14F-5E0D-476E-9C60-BD987EFC494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3227499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A0003A4C-26CB-DD7F-0B22-024AFB58DC67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6144756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08CE8D58-56A2-6AE5-AB18-C53F4134DD88}"/>
              </a:ext>
            </a:extLst>
          </p:cNvPr>
          <p:cNvSpPr>
            <a:spLocks noGrp="1"/>
          </p:cNvSpPr>
          <p:nvPr>
            <p:ph type="body" sz="half" idx="24"/>
          </p:nvPr>
        </p:nvSpPr>
        <p:spPr>
          <a:xfrm>
            <a:off x="3211170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4C2D1F-1A58-AC60-F606-B816E5F23FF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6144756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0D3EBD5-219C-5B88-5FAA-E3535228FBD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7EDCCCDC-B335-96CB-3A28-8C862E3B1B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D166CBA-B0A5-A540-9E01-87761E8E4E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330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6" y="1542763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508047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4677415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223A017-A902-92C1-8A99-7D45B08D860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846782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E352EAA-3DC6-450E-518D-B55638975EC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1382716" y="3651151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1E5E3807-051E-4D4B-1143-A6B4BDDBB5D8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3556027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9659EF4B-6B57-DE2A-B33A-D60A659CFE6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5725394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0B1371B0-95CE-4462-18BB-F77CBC19BF8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631A4A5-899F-8948-AFF2-A9EECA71D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313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891490" y="3884038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A134D-7A3A-AD4B-91DF-57347E308706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581B053-21C8-C0AD-58C7-637A6315D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91295" y="3395950"/>
            <a:ext cx="3909707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2033E-9DB9-9A2B-D4C5-6D8960838D22}"/>
              </a:ext>
            </a:extLst>
          </p:cNvPr>
          <p:cNvSpPr/>
          <p:nvPr userDrawn="1"/>
        </p:nvSpPr>
        <p:spPr>
          <a:xfrm>
            <a:off x="4891392" y="5636914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02FFCFA-A84F-7535-4A5F-29A5FC646063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2785C5DB-355E-CD09-6EF5-58F892E8FB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DCE55CF-AD39-6942-BAFD-73E57A01F7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527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3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965414" y="3884038"/>
            <a:ext cx="1835685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891490" y="3879120"/>
            <a:ext cx="1896687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AC4E08-5A51-BF4F-655E-4E54DD771548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7D80C23-74F3-F853-02BF-83C743039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22EB8-4EFD-86A4-8EB8-8A4F1A1AA2DF}"/>
              </a:ext>
            </a:extLst>
          </p:cNvPr>
          <p:cNvSpPr/>
          <p:nvPr userDrawn="1"/>
        </p:nvSpPr>
        <p:spPr>
          <a:xfrm>
            <a:off x="4884613" y="5631998"/>
            <a:ext cx="1884248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0" i="0">
              <a:latin typeface="Acumin Pro" panose="020B0504020202020204" pitchFamily="34" charset="77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6A4B2AA-E0AE-18DD-BAA3-AF2A9CA6987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21990" y="5631998"/>
            <a:ext cx="1866186" cy="3027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B5CD1-FF93-2C9C-1BFF-73A3CE39E65D}"/>
              </a:ext>
            </a:extLst>
          </p:cNvPr>
          <p:cNvSpPr/>
          <p:nvPr userDrawn="1"/>
        </p:nvSpPr>
        <p:spPr>
          <a:xfrm>
            <a:off x="6965414" y="5641704"/>
            <a:ext cx="1823956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52272AC-9734-6D60-9441-B5E7B9E4E372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002791" y="5641704"/>
            <a:ext cx="1806473" cy="302715"/>
          </a:xfrm>
        </p:spPr>
        <p:txBody>
          <a:bodyPr>
            <a:no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E9F3313-6532-97CE-1E0D-3A21EA40A39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3389377-4D07-D241-8D0E-8A871D181F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41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CFF414-FA47-F7EC-7EFB-7073E26BB831}"/>
              </a:ext>
            </a:extLst>
          </p:cNvPr>
          <p:cNvSpPr/>
          <p:nvPr userDrawn="1"/>
        </p:nvSpPr>
        <p:spPr>
          <a:xfrm>
            <a:off x="5953857" y="1315895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C0F4F-1E76-E3A4-E5AA-8FA79C7C69FB}"/>
              </a:ext>
            </a:extLst>
          </p:cNvPr>
          <p:cNvSpPr/>
          <p:nvPr userDrawn="1"/>
        </p:nvSpPr>
        <p:spPr>
          <a:xfrm>
            <a:off x="3315718" y="1315896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105CB-DECE-0616-2A57-776784CFC1CB}"/>
              </a:ext>
            </a:extLst>
          </p:cNvPr>
          <p:cNvSpPr/>
          <p:nvPr userDrawn="1"/>
        </p:nvSpPr>
        <p:spPr>
          <a:xfrm>
            <a:off x="677578" y="1315897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13FE17-B697-FB87-4ED6-D832D798E9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629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65CB9D-AA49-05C2-2100-C63D32C82B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458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3204028-135E-83A2-B94A-693154F531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963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D4E810FD-2D00-764A-B144-B235C21E32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791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A71EF50-386A-A3B9-93FB-6EF179A4E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4102" y="143391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6AE17ED9-FDD9-34C3-1F7D-9A8EA4C4B40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931" y="4043274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D3ED32-45F9-B948-371F-67E8465B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F278F-8AAE-FA0B-4B47-AB0FFECE6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856F49F-59AA-23FB-4600-EC4D944973C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458" y="2040673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CA6E053-97C0-F5A8-A5C6-62806699EADE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3464791" y="2040672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823F7D4-DD74-2A27-4C24-052C4575CCDF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6102931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77476EE-9BD3-9249-BC1B-491B99321F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712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98D576-4759-5408-883D-2E56D9D0F603}"/>
              </a:ext>
            </a:extLst>
          </p:cNvPr>
          <p:cNvSpPr/>
          <p:nvPr userDrawn="1"/>
        </p:nvSpPr>
        <p:spPr>
          <a:xfrm>
            <a:off x="5953662" y="1315893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44A1A-1D1D-F2D9-8EC1-EFF25EBA1FB0}"/>
              </a:ext>
            </a:extLst>
          </p:cNvPr>
          <p:cNvSpPr/>
          <p:nvPr userDrawn="1"/>
        </p:nvSpPr>
        <p:spPr>
          <a:xfrm>
            <a:off x="3315523" y="1315894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38D75A-DD50-6C6E-0A9D-7F77E72C780A}"/>
              </a:ext>
            </a:extLst>
          </p:cNvPr>
          <p:cNvSpPr/>
          <p:nvPr userDrawn="1"/>
        </p:nvSpPr>
        <p:spPr>
          <a:xfrm>
            <a:off x="677384" y="1315895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76A1563-09E6-06B6-EC4A-8E309CC57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435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AF401EC8-7352-A985-133C-726A718A9E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769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marL="0" marR="0" lvl="0" indent="0" algn="ctr" defTabSz="685800" rtl="0" eaLnBrk="1" fontAlgn="t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edit Subhead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1A04C69-EC92-81B2-FCD5-39464C669B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3908" y="143391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5BF8CB-9477-F598-75C4-6F35D608B35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264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AE6CE746-1703-63A8-BBD4-546AD104E27E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3453661" y="2065259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3952BA5-2190-5106-0EBD-DA1D15EFBB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264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835FE666-CADC-4DB4-80A4-BFD9823DE0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597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AECA5017-0E7C-4957-02B2-65FA6C1F6E5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736" y="4043272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F4CE92C-83FA-CA44-69CB-E6229E144199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6097061" y="2071425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DDE6D-DD47-E873-4306-EBFC1F91F6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911DA62-F518-7447-BD47-16E2421CCA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9466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5 Color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9A34A-6A6B-FC98-1EC8-8347FAB1A48F}"/>
              </a:ext>
            </a:extLst>
          </p:cNvPr>
          <p:cNvSpPr/>
          <p:nvPr userDrawn="1"/>
        </p:nvSpPr>
        <p:spPr>
          <a:xfrm>
            <a:off x="756438" y="1660596"/>
            <a:ext cx="1438515" cy="4364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3F2A76-73C1-7478-1C52-F70D9B50BC0A}"/>
              </a:ext>
            </a:extLst>
          </p:cNvPr>
          <p:cNvSpPr/>
          <p:nvPr userDrawn="1"/>
        </p:nvSpPr>
        <p:spPr>
          <a:xfrm>
            <a:off x="758505" y="2160555"/>
            <a:ext cx="1436449" cy="32335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6525D0-8078-E003-46A7-FFCB83C221E0}"/>
              </a:ext>
            </a:extLst>
          </p:cNvPr>
          <p:cNvSpPr/>
          <p:nvPr userDrawn="1"/>
        </p:nvSpPr>
        <p:spPr>
          <a:xfrm>
            <a:off x="2284078" y="1660596"/>
            <a:ext cx="1438515" cy="4364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6AD059-9160-4AE4-0F86-92FB0AAD082C}"/>
              </a:ext>
            </a:extLst>
          </p:cNvPr>
          <p:cNvSpPr/>
          <p:nvPr userDrawn="1"/>
        </p:nvSpPr>
        <p:spPr>
          <a:xfrm>
            <a:off x="2286144" y="2160555"/>
            <a:ext cx="1436449" cy="32335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F701C0-7A2F-0B95-E95C-07302A14CA56}"/>
              </a:ext>
            </a:extLst>
          </p:cNvPr>
          <p:cNvSpPr/>
          <p:nvPr userDrawn="1"/>
        </p:nvSpPr>
        <p:spPr>
          <a:xfrm>
            <a:off x="3811718" y="1660596"/>
            <a:ext cx="1438515" cy="4364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786ED8-9187-C7FB-F774-CE52A2971FFD}"/>
              </a:ext>
            </a:extLst>
          </p:cNvPr>
          <p:cNvSpPr/>
          <p:nvPr userDrawn="1"/>
        </p:nvSpPr>
        <p:spPr>
          <a:xfrm>
            <a:off x="3813784" y="2160555"/>
            <a:ext cx="1436449" cy="32335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F5635-02F3-829F-B778-4A766D8D4A2D}"/>
              </a:ext>
            </a:extLst>
          </p:cNvPr>
          <p:cNvSpPr/>
          <p:nvPr userDrawn="1"/>
        </p:nvSpPr>
        <p:spPr>
          <a:xfrm>
            <a:off x="5339357" y="1660596"/>
            <a:ext cx="1438515" cy="43641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BD6A50-2E1C-FDDB-2F9B-D9101B8535C5}"/>
              </a:ext>
            </a:extLst>
          </p:cNvPr>
          <p:cNvSpPr/>
          <p:nvPr userDrawn="1"/>
        </p:nvSpPr>
        <p:spPr>
          <a:xfrm>
            <a:off x="5341424" y="2160555"/>
            <a:ext cx="1436449" cy="32335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39B4FF-413F-3DBC-C6E4-087C951C5464}"/>
              </a:ext>
            </a:extLst>
          </p:cNvPr>
          <p:cNvSpPr/>
          <p:nvPr userDrawn="1"/>
        </p:nvSpPr>
        <p:spPr>
          <a:xfrm>
            <a:off x="6866999" y="1660596"/>
            <a:ext cx="1438515" cy="4364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8434E-9F38-4592-327E-51A570C73E09}"/>
              </a:ext>
            </a:extLst>
          </p:cNvPr>
          <p:cNvSpPr/>
          <p:nvPr userDrawn="1"/>
        </p:nvSpPr>
        <p:spPr>
          <a:xfrm>
            <a:off x="6869065" y="2160555"/>
            <a:ext cx="1436449" cy="3233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44" name="Text Placeholder 6">
            <a:extLst>
              <a:ext uri="{FF2B5EF4-FFF2-40B4-BE49-F238E27FC236}">
                <a16:creationId xmlns:a16="http://schemas.microsoft.com/office/drawing/2014/main" id="{1BA8130D-B7F2-9815-5056-6F334D4BBA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6438" y="1783909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A41A66E4-0B84-E1FB-88CD-3E0E6E80C4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407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235E5CE7-3D80-1BB5-DACD-8A63CA927E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81171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685C02D4-EA4F-4962-D397-F6439EC5C6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3935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1F46F0A7-55C4-6BAE-BCB0-157A86C91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67000" y="1770870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9E69C3F7-0A3A-FAC2-6540-8BB750E9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487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40CB427-2320-1A81-037C-6D83BCA5B36F}"/>
              </a:ext>
            </a:extLst>
          </p:cNvPr>
          <p:cNvSpPr>
            <a:spLocks noGrp="1"/>
          </p:cNvSpPr>
          <p:nvPr>
            <p:ph type="body" sz="half" idx="32"/>
          </p:nvPr>
        </p:nvSpPr>
        <p:spPr>
          <a:xfrm>
            <a:off x="2381484" y="2299864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3144BCA8-7BD5-8323-CDAB-E5362D78AA68}"/>
              </a:ext>
            </a:extLst>
          </p:cNvPr>
          <p:cNvSpPr>
            <a:spLocks noGrp="1"/>
          </p:cNvSpPr>
          <p:nvPr>
            <p:ph type="body" sz="half" idx="33"/>
          </p:nvPr>
        </p:nvSpPr>
        <p:spPr>
          <a:xfrm>
            <a:off x="390912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82EC0719-39BA-B2AB-F29D-3C947DC78925}"/>
              </a:ext>
            </a:extLst>
          </p:cNvPr>
          <p:cNvSpPr>
            <a:spLocks noGrp="1"/>
          </p:cNvSpPr>
          <p:nvPr>
            <p:ph type="body" sz="half" idx="34"/>
          </p:nvPr>
        </p:nvSpPr>
        <p:spPr>
          <a:xfrm>
            <a:off x="543676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B939ED29-1A95-3771-8E52-C1F99F848ABD}"/>
              </a:ext>
            </a:extLst>
          </p:cNvPr>
          <p:cNvSpPr>
            <a:spLocks noGrp="1"/>
          </p:cNvSpPr>
          <p:nvPr>
            <p:ph type="body" sz="half" idx="35"/>
          </p:nvPr>
        </p:nvSpPr>
        <p:spPr>
          <a:xfrm>
            <a:off x="6964405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13">
            <a:extLst>
              <a:ext uri="{FF2B5EF4-FFF2-40B4-BE49-F238E27FC236}">
                <a16:creationId xmlns:a16="http://schemas.microsoft.com/office/drawing/2014/main" id="{F45DEB53-8B0A-80C6-DDED-B723442350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58850-3E44-9220-12DF-98BC6F729C54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976A537-883F-374A-AD56-EC40D05206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40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Black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4"/>
            <a:ext cx="4936211" cy="6867524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-944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0ED9A8-0DA3-BC24-94A1-086C8ECA8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DBD18-96E0-3342-A809-2FF8511966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748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White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5"/>
            <a:ext cx="4936211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11E696-D9D7-67E3-048E-80603F311A2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21FF41-B1B2-D04A-8A0A-A90E9981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020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44E4A-5B5C-3341-99E5-E104859854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6539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1648B145-A545-0D6D-AFF0-0F715C907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3D40940-377F-6BBC-02CB-083B672BF5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9E352-9704-594E-BAD1-167251E51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6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0253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9200A-5F39-EB36-4116-B2C1717CC7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461174" y="6295058"/>
            <a:ext cx="1339925" cy="323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Acumin Pro" panose="020B0504020202020204" pitchFamily="34" charset="77"/>
              </a:defRPr>
            </a:lvl1pPr>
          </a:lstStyle>
          <a:p>
            <a:pPr algn="r"/>
            <a:r>
              <a:rPr lang="en-US" dirty="0"/>
              <a:t>3/31/23            </a:t>
            </a:r>
            <a:fld id="{9F076166-0C3B-2C4F-B933-99EF0896CC39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F61CC-58D4-72CE-66CA-BFE87D08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slide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D4295-B2CD-F1FF-F99B-B267D1740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064" y="1192696"/>
            <a:ext cx="8450036" cy="483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2561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702" r:id="rId3"/>
    <p:sldLayoutId id="2147483708" r:id="rId4"/>
    <p:sldLayoutId id="2147483687" r:id="rId5"/>
    <p:sldLayoutId id="2147483714" r:id="rId6"/>
    <p:sldLayoutId id="2147483688" r:id="rId7"/>
    <p:sldLayoutId id="2147483650" r:id="rId8"/>
    <p:sldLayoutId id="2147483701" r:id="rId9"/>
    <p:sldLayoutId id="2147483711" r:id="rId10"/>
    <p:sldLayoutId id="2147483712" r:id="rId11"/>
    <p:sldLayoutId id="2147483656" r:id="rId12"/>
    <p:sldLayoutId id="2147483706" r:id="rId13"/>
    <p:sldLayoutId id="2147483705" r:id="rId14"/>
    <p:sldLayoutId id="2147483707" r:id="rId15"/>
    <p:sldLayoutId id="2147483713" r:id="rId16"/>
    <p:sldLayoutId id="2147483709" r:id="rId17"/>
    <p:sldLayoutId id="2147483710" r:id="rId18"/>
    <p:sldLayoutId id="2147483653" r:id="rId19"/>
    <p:sldLayoutId id="2147483690" r:id="rId20"/>
    <p:sldLayoutId id="2147483704" r:id="rId21"/>
    <p:sldLayoutId id="2147483692" r:id="rId22"/>
    <p:sldLayoutId id="2147483693" r:id="rId23"/>
    <p:sldLayoutId id="2147483691" r:id="rId24"/>
    <p:sldLayoutId id="2147483703" r:id="rId25"/>
  </p:sldLayoutIdLst>
  <p:hf sldNum="0" hdr="0" dt="0"/>
  <p:txStyles>
    <p:titleStyle>
      <a:lvl1pPr algn="l" defTabSz="685800" rtl="0" eaLnBrk="1" fontAlgn="b" latinLnBrk="0" hangingPunct="1">
        <a:lnSpc>
          <a:spcPct val="90000"/>
        </a:lnSpc>
        <a:spcBef>
          <a:spcPct val="0"/>
        </a:spcBef>
        <a:buNone/>
        <a:defRPr lang="en-US" sz="3600" b="1" i="1" kern="1200" cap="none" baseline="0" dirty="0">
          <a:solidFill>
            <a:schemeClr val="tx1"/>
          </a:solidFill>
          <a:latin typeface="Acumin Pro Condensed Semibold" panose="020B0506020202020204" pitchFamily="34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" pitchFamily="2" charset="2"/>
        <a:buChar char="§"/>
        <a:defRPr sz="18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7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6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None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hyperlink" Target="https://www.digikey.com/en/products/detail/jameco-electronics/LJ503035/25966108?s=N4IgTCBcDaIDIEsAKB7ABAVgAwGZcZAF0BfIA" TargetMode="Externa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jpeg"/><Relationship Id="rId4" Type="http://schemas.openxmlformats.org/officeDocument/2006/relationships/image" Target="../media/image8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dafruit.com/product/3814" TargetMode="External"/><Relationship Id="rId7" Type="http://schemas.openxmlformats.org/officeDocument/2006/relationships/image" Target="../media/image12.png"/><Relationship Id="rId2" Type="http://schemas.openxmlformats.org/officeDocument/2006/relationships/hyperlink" Target="https://www.adafruit.com/product/5755" TargetMode="Externa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hyperlink" Target="https://littleguyracingparts.com/products/furitek-3-pin-male-jst-ph-to-2-pin-female-jst-ph-conversion-cable?srsltid=AfmBOorUO0EG_LO-lLTLN5k2TT8NgOsOwBUe_4FZ0YgMU1aNPV29VtFq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www.coolerguys.com/products/2pin-fan-to-gpio-female-dupont-adapter-cable?variant=32908405407840&amp;country=US&amp;currency=USD&amp;utm_medium=product_sync&amp;utm_source=google&amp;utm_content=sag_organic&amp;utm_campaign=sag_organic&amp;gad_source=1&amp;gad_campaignid=21398396600&amp;gbraid=0AAAAAD_hhKJPcMx7aWXSTuQvIVgG25z_C&amp;gclid=Cj0KCQjwjIPSBhCCARIsABGyK7vEh7aCsLzgwk_2yiF8Lsrt-GVI7ZnW2xmrlc2YP3HbilzNubZahtMaAm4CEALw_wcB" TargetMode="Externa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4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www.coolerguys.com/products/2pin-fan-to-gpio-female-dupont-adapter-cable?variant=32908405407840&amp;country=US&amp;currency=USD&amp;utm_medium=product_sync&amp;utm_source=google&amp;utm_content=sag_organic&amp;utm_campaign=sag_organic&amp;gad_source=1&amp;gad_campaignid=21398396600&amp;gbraid=0AAAAAD_hhKJPcMx7aWXSTuQvIVgG25z_C&amp;gclid=Cj0KCQjwjIPSBhCCARIsABGyK7vEh7aCsLzgwk_2yiF8Lsrt-GVI7ZnW2xmrlc2YP3HbilzNubZahtMaAm4CEALw_wcB" TargetMode="Externa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09A7-CF48-9701-322A-A0BBD1C2F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cumin Pro Condensed Semibold" panose="020B0506020202020204" pitchFamily="34" charset="77"/>
              </a:rPr>
              <a:t>Week 6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1BF94-59A9-105F-273E-B29E440F25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  <a:latin typeface="Acumin Pro Condensed Semibold" panose="020B0604020202020204" charset="0"/>
              </a:rPr>
              <a:t>Keel Bone Chicken Project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8A17-096C-AED1-C745-D58ECF2EFE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06/29/26</a:t>
            </a:r>
          </a:p>
        </p:txBody>
      </p:sp>
    </p:spTree>
    <p:extLst>
      <p:ext uri="{BB962C8B-B14F-4D97-AF65-F5344CB8AC3E}">
        <p14:creationId xmlns:p14="http://schemas.microsoft.com/office/powerpoint/2010/main" val="415499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D8EB3F-62C8-9AC5-2CE0-70DBBE67BD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>
                <a:latin typeface="Acumin Pro Condensed Semibold" panose="020B0604020202020204" charset="0"/>
              </a:rPr>
              <a:t>Weekly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F1C29-FDCE-BED1-CD5A-C89760CA96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3"/>
            <a:ext cx="8450035" cy="4557439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Testing Updates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Arranging a time to meeting with Pedro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Firmware Changes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New Firmware flashed onto Arduino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Database Updates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Demo of Current Progress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Improvements Made (1)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Improvements Made (2)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Supply Updates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Initial Issue with Cabling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Proposed Solution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Purchased Solution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Pending Request in CIO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Next Week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Goals for next week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583019-436C-2C67-C2A5-1274BCF96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398AA-5631-3872-C08C-B7AA27779D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2/8</a:t>
            </a:r>
          </a:p>
        </p:txBody>
      </p:sp>
    </p:spTree>
    <p:extLst>
      <p:ext uri="{BB962C8B-B14F-4D97-AF65-F5344CB8AC3E}">
        <p14:creationId xmlns:p14="http://schemas.microsoft.com/office/powerpoint/2010/main" val="834843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BB17BE6-9D4C-7A0D-A9BF-0CE71CF3E44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Arranging a time to meeting with Pedro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E387A5-D6D0-1A85-EE25-587273EC19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 stated last week, Pedro Barbosa is a PhD candidate in Industrial Engineering (IE)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further authorization is needed, he just needs to let me into the facility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Says the Piezoelectric testing of the system is feasible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Requested a detail diagram of the system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Still working on this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Likely we will meet after the 4</a:t>
            </a:r>
            <a:r>
              <a:rPr lang="en-US" baseline="30000" dirty="0"/>
              <a:t>th</a:t>
            </a:r>
            <a:r>
              <a:rPr lang="en-US" dirty="0"/>
              <a:t> of July weekend (7/6)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Will keep updates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78D5F1B-22D0-796A-B578-AF1B7786E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Testing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44B882-D79B-D2C6-E251-9AFF943BCDE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2472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60BF379-3727-6380-3772-4B26CBBB090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New Firmware flashed onto Arduino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BFC574-88EE-1FCC-48A9-732B6478DAE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Simple code to test all sensors connecting to database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Reduced all unnecessary links in code to reduce bugs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889F40-3BB1-3372-78D3-6DCD9793A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Firmware Changes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BE07C4-3FF9-B3E0-51DF-4FDA965DB57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9F88AA5-005B-D916-867D-58C8A60ACF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1545" y="2390534"/>
            <a:ext cx="4972744" cy="3448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035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7B83513-DDDD-99B3-18AF-2280A6430C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Demo of Current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82DC29-3D18-5B6E-C83D-B4700475CDA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Video of Logging: https://www.youtube.com/watch?v=GDCnnC6DZ4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8D444C7-D5D8-0F66-BCA8-2C510C2A42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Changes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F87A7F-EB6A-033F-49DF-3D749DA25AB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43526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A8596-4441-859F-ABED-6399BB6EA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CFD2D2C-D1EF-E89C-A110-54DAB94320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Improvements Made (1)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AC30F4-C3AE-1027-22F7-7D535A5C77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Logger time frame now only exports the needed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Device UUID is now characterized so it is easy to identify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Previous Bugs: was calling database from all items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New Code seen below: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B182F5-4312-FC2A-2688-3D562FA64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Changes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8B2038-728B-94CF-6323-58DCE0373C8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D9C3C04-B3D2-25B9-C641-746309225B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754" y="3091144"/>
            <a:ext cx="6630325" cy="2857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2827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D4720-C3C5-E873-C061-E860FE314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F27F85A-BF6C-F741-2A2A-B33CA88380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Improvements Made (1)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6BC851-D4DF-9A1C-1483-39B07BFBCD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Backend Database Package has full integrity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 entries packaged and present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Built simple, light test app </a:t>
            </a:r>
            <a:r>
              <a:rPr lang="en-US"/>
              <a:t>to verify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72E8874-4DDF-59D8-713E-10B20437A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Changes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F4D665-4D3F-DE89-2FDF-A442C55EE05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C40ED55-46F2-5CEA-EC73-7B5FE8E844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5969" y="2089601"/>
            <a:ext cx="2764757" cy="3814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5173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6AA8972-024F-6508-829A-5D07A51293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Initial Issue with Cabling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56A9A3-D208-0E6E-972C-A09A676EBBF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899" y="1580201"/>
            <a:ext cx="8450035" cy="4454706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 presented last week, the Battery is a JST PH 2 Pin </a:t>
            </a:r>
            <a:r>
              <a:rPr lang="en-US" b="1" dirty="0"/>
              <a:t>Female</a:t>
            </a:r>
            <a:r>
              <a:rPr lang="en-US" dirty="0"/>
              <a:t> Cable: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2"/>
              </a:rPr>
              <a:t>https://www.digikey.com/en/products/detail/jameco-electronics/LJ503035/25966108?s=N4IgTCBcDaIDIEsAKB7ABAVgAwGZcZAF0BfIA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cable needs to connect a JST PH 2 Pin </a:t>
            </a:r>
            <a:r>
              <a:rPr lang="en-US" b="1" dirty="0"/>
              <a:t>Male</a:t>
            </a:r>
            <a:r>
              <a:rPr lang="en-US" dirty="0"/>
              <a:t> → Single Pin DuPont Casing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These do not commercially exist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32CE14C-3177-E3C6-4822-78766A005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Supply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CB3C23-8D28-DE2D-C62E-8D591A0B9D6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2/8</a:t>
            </a:r>
          </a:p>
        </p:txBody>
      </p:sp>
      <p:pic>
        <p:nvPicPr>
          <p:cNvPr id="6" name="Picture 5" descr="Battery Rechargeable (Secondary)">
            <a:extLst>
              <a:ext uri="{FF2B5EF4-FFF2-40B4-BE49-F238E27FC236}">
                <a16:creationId xmlns:a16="http://schemas.microsoft.com/office/drawing/2014/main" id="{F1E70DEB-CF75-3DD1-C34D-7A2E137028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150" y="3289044"/>
            <a:ext cx="1905000" cy="1905000"/>
          </a:xfrm>
          <a:prstGeom prst="rect">
            <a:avLst/>
          </a:prstGeom>
        </p:spPr>
      </p:pic>
      <p:pic>
        <p:nvPicPr>
          <p:cNvPr id="7" name="Picture 6" descr="2 Position Cable Assembly Rectangular Plug to Individual Wire Leads 0.656' (200.00mm, 7.87&quot;)">
            <a:extLst>
              <a:ext uri="{FF2B5EF4-FFF2-40B4-BE49-F238E27FC236}">
                <a16:creationId xmlns:a16="http://schemas.microsoft.com/office/drawing/2014/main" id="{7BB2D6A8-2269-BD8F-DC6F-BF7DCCCF44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5417" y="3486150"/>
            <a:ext cx="1905000" cy="1905000"/>
          </a:xfrm>
          <a:prstGeom prst="rect">
            <a:avLst/>
          </a:prstGeom>
        </p:spPr>
      </p:pic>
      <p:pic>
        <p:nvPicPr>
          <p:cNvPr id="8" name="Picture 7" descr="2.54mm Pitch Female Headers - SCONDAR">
            <a:extLst>
              <a:ext uri="{FF2B5EF4-FFF2-40B4-BE49-F238E27FC236}">
                <a16:creationId xmlns:a16="http://schemas.microsoft.com/office/drawing/2014/main" id="{314A5800-3872-9C6F-A7DF-CC6AAD773B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2419" y="3531932"/>
            <a:ext cx="2324100" cy="1743075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E58FE99-7EA0-9C24-44E0-38E84976BC7A}"/>
              </a:ext>
            </a:extLst>
          </p:cNvPr>
          <p:cNvCxnSpPr/>
          <p:nvPr/>
        </p:nvCxnSpPr>
        <p:spPr>
          <a:xfrm>
            <a:off x="2724150" y="4403469"/>
            <a:ext cx="733425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DAE38D5-489C-8E52-266F-C75B4343244D}"/>
              </a:ext>
            </a:extLst>
          </p:cNvPr>
          <p:cNvCxnSpPr/>
          <p:nvPr/>
        </p:nvCxnSpPr>
        <p:spPr>
          <a:xfrm>
            <a:off x="5299981" y="4401625"/>
            <a:ext cx="733425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17969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079E08A-4FD3-EA68-33BE-4C3AA2EC51B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Proposed Solution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C625F3-F03F-B74C-DFCB-2CF8F25AF5B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lot of these wires </a:t>
            </a:r>
            <a:r>
              <a:rPr lang="en-US" dirty="0">
                <a:hlinkClick r:id="rId2"/>
              </a:rPr>
              <a:t>exist</a:t>
            </a:r>
            <a:r>
              <a:rPr lang="en-US" dirty="0"/>
              <a:t>, but none fit the given specification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3"/>
              </a:rPr>
              <a:t>Seen below</a:t>
            </a:r>
            <a:r>
              <a:rPr lang="en-US" dirty="0"/>
              <a:t>, one of these ends is always wrong or not specified with the correct header casing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One approach is to use the right picture and connect a </a:t>
            </a:r>
            <a:r>
              <a:rPr lang="en-US" dirty="0">
                <a:hlinkClick r:id="rId4"/>
              </a:rPr>
              <a:t>3-pin male header → 2 pin male header</a:t>
            </a:r>
            <a:r>
              <a:rPr lang="en-US" dirty="0"/>
              <a:t>, as seen below, but we would lose a lot of signal integrity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A890D8-38BC-737E-2454-9DF3743E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Supply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6225A3-B523-8791-8782-FB8349DDD1F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DEF085C-7CB4-66F2-5DB5-3DD474CE6B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4981" y="4522286"/>
            <a:ext cx="5219019" cy="209674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E8EAFE3-9604-37A7-E233-9C31373F9B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1064" y="4069793"/>
            <a:ext cx="2987526" cy="192823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C306EDE-1216-67A3-CDF7-C74E18F76B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20968" y="3168112"/>
            <a:ext cx="2022570" cy="1374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8770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C8FF36B-651C-9572-A167-1F25B76D57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Purchased Solution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A5B72-4829-689E-B04D-5C58E8EDF2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I think is the best solution is to use an alternative cable with no adverse effects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GPIO header on most boards uses the same connector, so we can take advantage of that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</a:t>
            </a:r>
            <a:r>
              <a:rPr lang="en-US" dirty="0">
                <a:hlinkClick r:id="rId2"/>
              </a:rPr>
              <a:t>version</a:t>
            </a:r>
            <a:r>
              <a:rPr lang="en-US" dirty="0"/>
              <a:t> of the DuPont header to </a:t>
            </a:r>
            <a:r>
              <a:rPr lang="en-US" u="sng" dirty="0"/>
              <a:t>GPIO</a:t>
            </a:r>
            <a:r>
              <a:rPr lang="en-US" dirty="0"/>
              <a:t> 2 JST Pin Male Header exists, which is exactly what we need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might run into signal integrity issues, but there will be no connectivity issues. This version is also short (as the Agriculture department requested)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151768E-DCEC-5979-692E-539682445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Supply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316392-893B-6CBC-709C-76F006A0382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5A09325-D3E1-A4BC-4155-DE2C949767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838" y="4306163"/>
            <a:ext cx="1833759" cy="1597546"/>
          </a:xfrm>
          <a:prstGeom prst="rect">
            <a:avLst/>
          </a:prstGeom>
        </p:spPr>
      </p:pic>
      <p:pic>
        <p:nvPicPr>
          <p:cNvPr id="10" name="Picture 9" descr="2pin Fan to GPIO (Female Dupont) Adapter Cable - Coolerguys">
            <a:extLst>
              <a:ext uri="{FF2B5EF4-FFF2-40B4-BE49-F238E27FC236}">
                <a16:creationId xmlns:a16="http://schemas.microsoft.com/office/drawing/2014/main" id="{FE987CBA-4B66-9626-A48A-7050A83C82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5293332" y="3600320"/>
            <a:ext cx="2086348" cy="2986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9236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9359ED2-157D-0813-AE0C-E643ACEAD26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Pending Request in CIO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DDD64-E52A-E456-3D86-1C792A73BD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Purchase Links 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2"/>
              </a:rPr>
              <a:t>2 Pin Male JST to 2 Separate Female Headers</a:t>
            </a:r>
            <a:r>
              <a:rPr lang="en-US" dirty="0"/>
              <a:t> (10)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2-PIN Male JST to 2 Wires (10)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Female Header to Female Header 5 cm (20)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Requested through Purdue CIO (2) Requests): Waiting on Approval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368C374-E7ED-31B0-DA2C-FABE8D3D1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Supply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56D330-1212-A339-B5BA-A141C302772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00EF1A-140E-7C1C-DB5F-EB6FFC9CEA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688" y="3145987"/>
            <a:ext cx="2766181" cy="27577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CB1F1B1-4EE4-89B8-5F2A-BC37A33EE5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741" y="3145987"/>
            <a:ext cx="3119848" cy="275772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DF4BA60-20A7-2CC2-21AC-9E63892D66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1035" y="1735225"/>
            <a:ext cx="3616556" cy="866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3324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A906C6D-FC50-8590-63C1-71685CCA644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Goals for next week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EA2F54-1ABF-E520-B82B-EAB7AFF8CC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Finish System characterization and diagram for Pedro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Ensure shipment is approved and gets sent to Professor Karcher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Ideate changes for Nicla backpack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22A3F4-B598-1D52-833A-78F75CFCC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279E9-6F6C-7B56-C52C-13E002C3B7F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27330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2CBA-026F-7E96-546F-23B8813A8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BDCD-BC38-D4A8-A210-EA02F2610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Purdue Polytechnic Institute</a:t>
            </a:r>
          </a:p>
        </p:txBody>
      </p:sp>
    </p:spTree>
    <p:extLst>
      <p:ext uri="{BB962C8B-B14F-4D97-AF65-F5344CB8AC3E}">
        <p14:creationId xmlns:p14="http://schemas.microsoft.com/office/powerpoint/2010/main" val="3555266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EFFFF"/>
      </a:lt1>
      <a:dk2>
        <a:srgbClr val="55585F"/>
      </a:dk2>
      <a:lt2>
        <a:srgbClr val="CECACB"/>
      </a:lt2>
      <a:accent1>
        <a:srgbClr val="CFB891"/>
      </a:accent1>
      <a:accent2>
        <a:srgbClr val="555960"/>
      </a:accent2>
      <a:accent3>
        <a:srgbClr val="8D6F3D"/>
      </a:accent3>
      <a:accent4>
        <a:srgbClr val="FFFFFF"/>
      </a:accent4>
      <a:accent5>
        <a:srgbClr val="DAAA00"/>
      </a:accent5>
      <a:accent6>
        <a:srgbClr val="9D9694"/>
      </a:accent6>
      <a:hlink>
        <a:srgbClr val="000000"/>
      </a:hlink>
      <a:folHlink>
        <a:srgbClr val="FEFFFF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MM-23-645083-Purdue-Standard-20230329" id="{27BFFCF5-3893-564F-9D79-7211049AF84A}" vid="{DA483483-262C-8944-9745-BAAE73176DE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d6656b4d-3fa0-4709-acfb-d5e813445d1e">
      <UserInfo>
        <DisplayName>Schott, Thomas H.</DisplayName>
        <AccountId>17</AccountId>
        <AccountType/>
      </UserInfo>
      <UserInfo>
        <DisplayName>Sarault, Olivia M</DisplayName>
        <AccountId>29</AccountId>
        <AccountType/>
      </UserInfo>
      <UserInfo>
        <DisplayName>Hiller, Kelly R</DisplayName>
        <AccountId>98</AccountId>
        <AccountType/>
      </UserInfo>
      <UserInfo>
        <DisplayName>Eddy, Abigail Ellen</DisplayName>
        <AccountId>46</AccountId>
        <AccountType/>
      </UserInfo>
      <UserInfo>
        <DisplayName>Gu, Yu Rain</DisplayName>
        <AccountId>77</AccountId>
        <AccountType/>
      </UserInfo>
      <UserInfo>
        <DisplayName>Reese, Kristy S</DisplayName>
        <AccountId>26</AccountId>
        <AccountType/>
      </UserInfo>
    </SharedWithUsers>
    <lcf76f155ced4ddcb4097134ff3c332f xmlns="37af3f4b-4b66-46f9-8456-831d9bc3e737">
      <Terms xmlns="http://schemas.microsoft.com/office/infopath/2007/PartnerControls"/>
    </lcf76f155ced4ddcb4097134ff3c332f>
    <TaxCatchAll xmlns="d6656b4d-3fa0-4709-acfb-d5e813445d1e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202481DC1CB46AA011D949D311478" ma:contentTypeVersion="13" ma:contentTypeDescription="Create a new document." ma:contentTypeScope="" ma:versionID="309c718596e4092f54ce9aa93358bb8d">
  <xsd:schema xmlns:xsd="http://www.w3.org/2001/XMLSchema" xmlns:xs="http://www.w3.org/2001/XMLSchema" xmlns:p="http://schemas.microsoft.com/office/2006/metadata/properties" xmlns:ns2="37af3f4b-4b66-46f9-8456-831d9bc3e737" xmlns:ns3="d6656b4d-3fa0-4709-acfb-d5e813445d1e" targetNamespace="http://schemas.microsoft.com/office/2006/metadata/properties" ma:root="true" ma:fieldsID="0c34f3e70276db9d2471c2526b8de3df" ns2:_="" ns3:_="">
    <xsd:import namespace="37af3f4b-4b66-46f9-8456-831d9bc3e737"/>
    <xsd:import namespace="d6656b4d-3fa0-4709-acfb-d5e813445d1e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f3f4b-4b66-46f9-8456-831d9bc3e73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8e9e90a8-b24c-4be7-8760-a88b2cd47eb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656b4d-3fa0-4709-acfb-d5e813445d1e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ebcf308-42de-4d63-b51a-b2360cc04078}" ma:internalName="TaxCatchAll" ma:showField="CatchAllData" ma:web="d6656b4d-3fa0-4709-acfb-d5e813445d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5B64EEB-1B4A-4920-AA44-E234D7D487D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1DE0D6C-581B-4814-98E7-EF172D5D46A1}">
  <ds:schemaRefs>
    <ds:schemaRef ds:uri="http://schemas.microsoft.com/office/2006/documentManagement/types"/>
    <ds:schemaRef ds:uri="37af3f4b-4b66-46f9-8456-831d9bc3e737"/>
    <ds:schemaRef ds:uri="http://schemas.microsoft.com/office/2006/metadata/properties"/>
    <ds:schemaRef ds:uri="http://www.w3.org/XML/1998/namespace"/>
    <ds:schemaRef ds:uri="http://purl.org/dc/elements/1.1/"/>
    <ds:schemaRef ds:uri="http://purl.org/dc/terms/"/>
    <ds:schemaRef ds:uri="http://schemas.openxmlformats.org/package/2006/metadata/core-properties"/>
    <ds:schemaRef ds:uri="http://schemas.microsoft.com/office/infopath/2007/PartnerControls"/>
    <ds:schemaRef ds:uri="d6656b4d-3fa0-4709-acfb-d5e813445d1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64D795B0-FAA0-424A-9B96-7691ED1EF2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f3f4b-4b66-46f9-8456-831d9bc3e737"/>
    <ds:schemaRef ds:uri="d6656b4d-3fa0-4709-acfb-d5e813445d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35504</TotalTime>
  <Words>581</Words>
  <Application>Microsoft Office PowerPoint</Application>
  <PresentationFormat>On-screen Show (4:3)</PresentationFormat>
  <Paragraphs>95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4" baseType="lpstr">
      <vt:lpstr>Acumin Pro Condensed Semibold</vt:lpstr>
      <vt:lpstr>Acumin Pro Semibold</vt:lpstr>
      <vt:lpstr>Arial</vt:lpstr>
      <vt:lpstr>Acumin Pro</vt:lpstr>
      <vt:lpstr>Franklin Gothic Book</vt:lpstr>
      <vt:lpstr>Franklin Gothic Medium</vt:lpstr>
      <vt:lpstr>Wingdings</vt:lpstr>
      <vt:lpstr>Calibri</vt:lpstr>
      <vt:lpstr>Franklin Gothic Medium Cond</vt:lpstr>
      <vt:lpstr>Acumin Pro Medium</vt:lpstr>
      <vt:lpstr>Office Theme</vt:lpstr>
      <vt:lpstr>Week 6</vt:lpstr>
      <vt:lpstr>This Week</vt:lpstr>
      <vt:lpstr>Testing Updates</vt:lpstr>
      <vt:lpstr>Firmware Changes</vt:lpstr>
      <vt:lpstr>Database Changes</vt:lpstr>
      <vt:lpstr>Database Changes</vt:lpstr>
      <vt:lpstr>Database Changes</vt:lpstr>
      <vt:lpstr>Supply Updates</vt:lpstr>
      <vt:lpstr>Supply Updates</vt:lpstr>
      <vt:lpstr>Supply Updates</vt:lpstr>
      <vt:lpstr>Supply Updates</vt:lpstr>
      <vt:lpstr>Next Week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Ramona McCarthy</dc:creator>
  <cp:lastModifiedBy>Nathan Mingkuan Huang</cp:lastModifiedBy>
  <cp:revision>121</cp:revision>
  <cp:lastPrinted>2026-05-25T08:08:19Z</cp:lastPrinted>
  <dcterms:created xsi:type="dcterms:W3CDTF">2023-02-16T02:16:06Z</dcterms:created>
  <dcterms:modified xsi:type="dcterms:W3CDTF">2026-06-29T07:16:20Z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2023-02-20T19:00:53Z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b33bf962-ed92-4dd9-bc75-9825fb79b2e3</vt:lpwstr>
  </property>
  <property fmtid="{D5CDD505-2E9C-101B-9397-08002B2CF9AE}" pid="8" name="MSIP_Label_4044bd30-2ed7-4c9d-9d12-46200872a97b_ContentBits">
    <vt:lpwstr>0</vt:lpwstr>
  </property>
  <property fmtid="{D5CDD505-2E9C-101B-9397-08002B2CF9AE}" pid="9" name="ContentTypeId">
    <vt:lpwstr>0x01010054E202481DC1CB46AA011D949D311478</vt:lpwstr>
  </property>
  <property fmtid="{D5CDD505-2E9C-101B-9397-08002B2CF9AE}" pid="10" name="MediaServiceImageTags">
    <vt:lpwstr/>
  </property>
</Properties>
</file>