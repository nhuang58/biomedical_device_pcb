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2"/>
  </p:notesMasterIdLst>
  <p:sldIdLst>
    <p:sldId id="267" r:id="rId5"/>
    <p:sldId id="279" r:id="rId6"/>
    <p:sldId id="280" r:id="rId7"/>
    <p:sldId id="283" r:id="rId8"/>
    <p:sldId id="281" r:id="rId9"/>
    <p:sldId id="278" r:id="rId10"/>
    <p:sldId id="277" r:id="rId11"/>
  </p:sldIdLst>
  <p:sldSz cx="9144000" cy="6858000" type="screen4x3"/>
  <p:notesSz cx="6858000" cy="9144000"/>
  <p:embeddedFontLst>
    <p:embeddedFont>
      <p:font typeface="Acumin Pro Condensed Semibold" panose="020B0604020202020204" charset="0"/>
      <p:regular r:id="rId13"/>
      <p:bold r:id="rId14"/>
      <p:italic r:id="rId15"/>
      <p:boldItalic r:id="rId16"/>
    </p:embeddedFont>
    <p:embeddedFont>
      <p:font typeface="Acumin Pro Medium" panose="020B0604020202020204" charset="0"/>
      <p:regular r:id="rId17"/>
      <p:italic r:id="rId18"/>
    </p:embeddedFont>
    <p:embeddedFont>
      <p:font typeface="Franklin Gothic Book" panose="020B0503020102020204" pitchFamily="34" charset="0"/>
      <p:regular r:id="rId19"/>
      <p:italic r:id="rId20"/>
    </p:embeddedFont>
    <p:embeddedFont>
      <p:font typeface="Franklin Gothic Medium" panose="020B0603020102020204" pitchFamily="34" charset="0"/>
      <p:regular r:id="rId21"/>
      <p:italic r:id="rId22"/>
    </p:embeddedFont>
    <p:embeddedFont>
      <p:font typeface="Franklin Gothic Medium Cond" panose="020B0606030402020204" pitchFamily="34" charset="0"/>
      <p:regular r:id="rId2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067"/>
    <p:restoredTop sz="94692"/>
  </p:normalViewPr>
  <p:slideViewPr>
    <p:cSldViewPr snapToGrid="0">
      <p:cViewPr varScale="1">
        <p:scale>
          <a:sx n="76" d="100"/>
          <a:sy n="76" d="100"/>
        </p:scale>
        <p:origin x="868" y="56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font" Target="fonts/font1.fntdata"/><Relationship Id="rId18" Type="http://schemas.openxmlformats.org/officeDocument/2006/relationships/font" Target="fonts/font6.fntdata"/><Relationship Id="rId26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openxmlformats.org/officeDocument/2006/relationships/font" Target="fonts/font9.fntdata"/><Relationship Id="rId7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7" Type="http://schemas.openxmlformats.org/officeDocument/2006/relationships/font" Target="fonts/font5.fntdata"/><Relationship Id="rId25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font" Target="fonts/font4.fntdata"/><Relationship Id="rId20" Type="http://schemas.openxmlformats.org/officeDocument/2006/relationships/font" Target="fonts/font8.fntdata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presProps" Target="presProps.xml"/><Relationship Id="rId5" Type="http://schemas.openxmlformats.org/officeDocument/2006/relationships/slide" Target="slides/slide1.xml"/><Relationship Id="rId15" Type="http://schemas.openxmlformats.org/officeDocument/2006/relationships/font" Target="fonts/font3.fntdata"/><Relationship Id="rId23" Type="http://schemas.openxmlformats.org/officeDocument/2006/relationships/font" Target="fonts/font11.fntdata"/><Relationship Id="rId28" Type="http://schemas.microsoft.com/office/2018/10/relationships/authors" Target="authors.xml"/><Relationship Id="rId10" Type="http://schemas.openxmlformats.org/officeDocument/2006/relationships/slide" Target="slides/slide6.xml"/><Relationship Id="rId19" Type="http://schemas.openxmlformats.org/officeDocument/2006/relationships/font" Target="fonts/font7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2.fntdata"/><Relationship Id="rId22" Type="http://schemas.openxmlformats.org/officeDocument/2006/relationships/font" Target="fonts/font10.fntdata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11/3/2025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powercastco.com/products/rf-power/pcc110" TargetMode="External"/><Relationship Id="rId2" Type="http://schemas.openxmlformats.org/officeDocument/2006/relationships/hyperlink" Target="https://www.powercastco.com/products/rf-power/powerspot-transmitter" TargetMode="Externa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</a:t>
            </a:r>
            <a:r>
              <a:rPr lang="en-US" dirty="0"/>
              <a:t>11</a:t>
            </a:r>
            <a:endParaRPr lang="en-US" b="1" dirty="0">
              <a:latin typeface="Acumin Pro Condensed Semibold" panose="020B0506020202020204" pitchFamily="34" charset="7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11/07/25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Progress this week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Revision 2 for Circuit Design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Remote Power Transmission with Battery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Improved Data Logging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1CE77C-B557-29CE-8766-6DCFD90975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Introduction of RF harvesters onto board design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98B6D8B-473E-ED4D-A806-8FD2FED21AD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Multiple (10+) Transmitters on Floor boards for chickens equipped with PCBs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59AD80-6FC7-8C62-920C-848E8AE5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Revision 2 for Circuit Design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A153D-D7AD-6A3B-E470-4D831348286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D985330-6CDE-88F4-BBD2-D941645B37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3075" y="1889338"/>
            <a:ext cx="6646014" cy="43813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4572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6D7037-B13B-10AC-12AE-9D02A40D3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BC273DB-5D66-6622-54A6-990EEF869F6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Power Harvester System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B668B4-DDD4-2ABE-B9FF-ED27D542FF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/>
              <a:t>Power Transmitters Under Floorboards: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2"/>
              </a:rPr>
              <a:t>https://www.powercastco.com/products/rf-power/powerspot-transmitter</a:t>
            </a:r>
            <a:endParaRPr lang="en-US" dirty="0"/>
          </a:p>
          <a:p>
            <a:r>
              <a:rPr lang="en-US" dirty="0"/>
              <a:t>Power Transceivers on System: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hlinkClick r:id="rId3"/>
              </a:rPr>
              <a:t>https://www.powercastco.com/products/rf-power/pcc110</a:t>
            </a:r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0658387-175A-693D-6C5C-B753DB6B3E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Remote Power Transmission with Battery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704689C-9C48-B6BB-03CF-95BC32A1C4D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77F1CE1-AE38-E001-C728-FECDBC203A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064" y="3094925"/>
            <a:ext cx="2780920" cy="255198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F363A8D-C1F5-2E5D-A18E-A30D6719CCD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31391" y="3034437"/>
            <a:ext cx="3514224" cy="28692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49582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B226E-CBC3-99F2-3E15-520E519944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1B2EC4F-C344-1C9B-AF1E-D97093EE8675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Data logging now works for values &gt; 60 seconds on the web interface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1E2E95-C83A-B1FD-F73F-B50A289AD1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Improved Data Logging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04F7493-BB2F-56E6-8E8A-F7D55F516C91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4/7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7FE8D9E-6F3D-8623-B569-B02BCEDDF9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4083" y="2449708"/>
            <a:ext cx="9144000" cy="30659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53869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1B29CAD-3B43-3BC0-D2EC-A53874ABB8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Projection of next week’s work + Issues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87380-04A3-DD16-EAB3-0921830BDF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Analysis of cost for successive RF Transmitters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Finalized BOM for PCB components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Analysis of Data collected from agriculture department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Video/README of walkthrough for data collection</a:t>
            </a:r>
          </a:p>
          <a:p>
            <a:endParaRPr lang="en-US" dirty="0"/>
          </a:p>
          <a:p>
            <a:r>
              <a:rPr lang="en-US" dirty="0"/>
              <a:t>Issues: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D02411-52BC-0A6C-B958-234593BB1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AB307-58AA-C3F2-0BBB-500351B01F7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2574442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1DE0D6C-581B-4814-98E7-EF172D5D46A1}">
  <ds:schemaRefs>
    <ds:schemaRef ds:uri="http://schemas.microsoft.com/office/2006/documentManagement/types"/>
    <ds:schemaRef ds:uri="http://schemas.microsoft.com/office/2006/metadata/properties"/>
    <ds:schemaRef ds:uri="37af3f4b-4b66-46f9-8456-831d9bc3e737"/>
    <ds:schemaRef ds:uri="http://purl.org/dc/terms/"/>
    <ds:schemaRef ds:uri="http://purl.org/dc/dcmitype/"/>
    <ds:schemaRef ds:uri="http://schemas.openxmlformats.org/package/2006/metadata/core-properties"/>
    <ds:schemaRef ds:uri="http://schemas.microsoft.com/office/infopath/2007/PartnerControls"/>
    <ds:schemaRef ds:uri="d6656b4d-3fa0-4709-acfb-d5e813445d1e"/>
    <ds:schemaRef ds:uri="http://www.w3.org/XML/1998/namespace"/>
    <ds:schemaRef ds:uri="http://purl.org/dc/elements/1.1/"/>
  </ds:schemaRefs>
</ds:datastoreItem>
</file>

<file path=customXml/itemProps2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8232</TotalTime>
  <Words>159</Words>
  <Application>Microsoft Office PowerPoint</Application>
  <PresentationFormat>On-screen Show (4:3)</PresentationFormat>
  <Paragraphs>35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8" baseType="lpstr">
      <vt:lpstr>Acumin Pro Medium</vt:lpstr>
      <vt:lpstr>Wingdings</vt:lpstr>
      <vt:lpstr>Franklin Gothic Medium</vt:lpstr>
      <vt:lpstr>Franklin Gothic Book</vt:lpstr>
      <vt:lpstr>Acumin Pro</vt:lpstr>
      <vt:lpstr>Acumin Pro Condensed Semibold</vt:lpstr>
      <vt:lpstr>Acumin Pro Semibold</vt:lpstr>
      <vt:lpstr>Arial</vt:lpstr>
      <vt:lpstr>Franklin Gothic Medium Cond</vt:lpstr>
      <vt:lpstr>Calibri</vt:lpstr>
      <vt:lpstr>Office Theme</vt:lpstr>
      <vt:lpstr>Week 11</vt:lpstr>
      <vt:lpstr>This Week</vt:lpstr>
      <vt:lpstr>Revision 2 for Circuit Design</vt:lpstr>
      <vt:lpstr>Remote Power Transmission with Battery</vt:lpstr>
      <vt:lpstr>Improved Data Logging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41</cp:revision>
  <dcterms:created xsi:type="dcterms:W3CDTF">2023-02-16T02:16:06Z</dcterms:created>
  <dcterms:modified xsi:type="dcterms:W3CDTF">2025-11-03T19:01:30Z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