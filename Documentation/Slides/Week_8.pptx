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2"/>
  </p:notesMasterIdLst>
  <p:sldIdLst>
    <p:sldId id="267" r:id="rId5"/>
    <p:sldId id="279" r:id="rId6"/>
    <p:sldId id="280" r:id="rId7"/>
    <p:sldId id="283" r:id="rId8"/>
    <p:sldId id="281" r:id="rId9"/>
    <p:sldId id="278" r:id="rId10"/>
    <p:sldId id="277" r:id="rId11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3"/>
      <p:bold r:id="rId14"/>
      <p:italic r:id="rId15"/>
      <p:boldItalic r:id="rId16"/>
    </p:embeddedFont>
    <p:embeddedFont>
      <p:font typeface="Acumin Pro Medium" panose="020B0604020202020204" pitchFamily="34" charset="77"/>
      <p:regular r:id="rId17"/>
      <p:italic r:id="rId18"/>
    </p:embeddedFont>
    <p:embeddedFont>
      <p:font typeface="Franklin Gothic Book" panose="020B0503020102020204" pitchFamily="34" charset="0"/>
      <p:regular r:id="rId19"/>
      <p:italic r:id="rId20"/>
    </p:embeddedFont>
    <p:embeddedFont>
      <p:font typeface="Franklin Gothic Medium" panose="020B0603020102020204" pitchFamily="34" charset="0"/>
      <p:regular r:id="rId21"/>
      <p:italic r:id="rId22"/>
    </p:embeddedFont>
    <p:embeddedFont>
      <p:font typeface="Franklin Gothic Medium Cond" panose="020B0606030402020204" pitchFamily="3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281"/>
    <p:restoredTop sz="94635"/>
  </p:normalViewPr>
  <p:slideViewPr>
    <p:cSldViewPr snapToGrid="0">
      <p:cViewPr varScale="1">
        <p:scale>
          <a:sx n="51" d="100"/>
          <a:sy n="51" d="100"/>
        </p:scale>
        <p:origin x="216" y="1456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9.fntdata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wercastco.com/products/rf-power/pcc110" TargetMode="External"/><Relationship Id="rId2" Type="http://schemas.openxmlformats.org/officeDocument/2006/relationships/hyperlink" Target="https://www.powercastco.com/products/rf-power/powerspot-transmitter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</a:t>
            </a:r>
            <a:r>
              <a:rPr lang="en-US" dirty="0"/>
              <a:t>12</a:t>
            </a:r>
            <a:endParaRPr lang="en-US" b="1" dirty="0">
              <a:latin typeface="Acumin Pro Condensed Semibold" panose="020B0506020202020204" pitchFamily="34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11/14/25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Progress this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Revision 2 for Circuit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Remote Power Transmission with Battery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Improved Data Logging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1CE77C-B557-29CE-8766-6DCFD90975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Introduction of RF harvesters onto board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B6D8B-473E-ED4D-A806-8FD2FED21A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Multiple (10+) Transmitters on Floor boards for chickens equipped with PCBs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59AD80-6FC7-8C62-920C-848E8AE51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Revision 2 for Circuit Design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A153D-D7AD-6A3B-E470-4D831348286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985330-6CDE-88F4-BBD2-D941645B3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075" y="1889338"/>
            <a:ext cx="6646014" cy="438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572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D7037-B13B-10AC-12AE-9D02A40D3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C273DB-5D66-6622-54A6-990EEF869F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Power Harvester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668B4-DDD4-2ABE-B9FF-ED27D542FF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Power Transmitters Under Floorboards: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https://www.powercastco.com/products/rf-power/powerspot-transmitter</a:t>
            </a:r>
            <a:endParaRPr lang="en-US" dirty="0"/>
          </a:p>
          <a:p>
            <a:r>
              <a:rPr lang="en-US" dirty="0"/>
              <a:t>Power Transceivers on System: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https://www.powercastco.com/products/rf-power/pcc110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658387-175A-693D-6C5C-B753DB6B3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Power Transmission with Battery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4689C-9C48-B6BB-03CF-95BC32A1C4D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7F1CE1-AE38-E001-C728-FECDBC203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064" y="3094925"/>
            <a:ext cx="2780920" cy="25519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363A8D-C1F5-2E5D-A18E-A30D6719CC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391" y="3034437"/>
            <a:ext cx="3514224" cy="286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958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B226E-CBC3-99F2-3E15-520E51994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B2EC4F-C344-1C9B-AF1E-D97093EE86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Data logging now works for values &gt; 60 seconds on the web interface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1E2E95-C83A-B1FD-F73F-B50A289AD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Improved Data Logging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F7493-BB2F-56E6-8E8A-F7D55F516C9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4/7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FE8D9E-6F3D-8623-B569-B02BCEDDF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83" y="2449708"/>
            <a:ext cx="9144000" cy="306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386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B29CAD-3B43-3BC0-D2EC-A53874ABB8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Projection of next week’s work + Issues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87380-04A3-DD16-EAB3-0921830BDF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Analysis of cost for successive RF Transmitters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Finalized BOM for PCB 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Analysis of Data collected from agriculture department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Video/README of walkthrough for data collection</a:t>
            </a:r>
          </a:p>
          <a:p>
            <a:endParaRPr lang="en-US" dirty="0"/>
          </a:p>
          <a:p>
            <a:r>
              <a:rPr lang="en-US" dirty="0"/>
              <a:t>Issues: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D02411-52BC-0A6C-B958-234593BB1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AB307-58AA-C3F2-0BBB-500351B01F7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257444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DE0D6C-581B-4814-98E7-EF172D5D46A1}">
  <ds:schemaRefs>
    <ds:schemaRef ds:uri="http://schemas.microsoft.com/office/2006/documentManagement/types"/>
    <ds:schemaRef ds:uri="http://schemas.microsoft.com/office/2006/metadata/properties"/>
    <ds:schemaRef ds:uri="37af3f4b-4b66-46f9-8456-831d9bc3e737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d6656b4d-3fa0-4709-acfb-d5e813445d1e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8650</TotalTime>
  <Words>159</Words>
  <Application>Microsoft Macintosh PowerPoint</Application>
  <PresentationFormat>On-screen Show (4:3)</PresentationFormat>
  <Paragraphs>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Wingdings</vt:lpstr>
      <vt:lpstr>Acumin Pro</vt:lpstr>
      <vt:lpstr>Franklin Gothic Medium</vt:lpstr>
      <vt:lpstr>Acumin Pro Semibold</vt:lpstr>
      <vt:lpstr>Acumin Pro Condensed Semibold</vt:lpstr>
      <vt:lpstr>Arial</vt:lpstr>
      <vt:lpstr>Acumin Pro Medium</vt:lpstr>
      <vt:lpstr>Calibri</vt:lpstr>
      <vt:lpstr>Franklin Gothic Book</vt:lpstr>
      <vt:lpstr>Franklin Gothic Medium Cond</vt:lpstr>
      <vt:lpstr>Office Theme</vt:lpstr>
      <vt:lpstr>Week 12</vt:lpstr>
      <vt:lpstr>This Week</vt:lpstr>
      <vt:lpstr>Revision 2 for Circuit Design</vt:lpstr>
      <vt:lpstr>Remote Power Transmission with Battery</vt:lpstr>
      <vt:lpstr>Improved Data Logging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42</cp:revision>
  <dcterms:created xsi:type="dcterms:W3CDTF">2023-02-16T02:16:06Z</dcterms:created>
  <dcterms:modified xsi:type="dcterms:W3CDTF">2025-11-14T22:29:59Z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