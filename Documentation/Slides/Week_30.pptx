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4"/>
  </p:notesMasterIdLst>
  <p:sldIdLst>
    <p:sldId id="267" r:id="rId5"/>
    <p:sldId id="279" r:id="rId6"/>
    <p:sldId id="280" r:id="rId7"/>
    <p:sldId id="287" r:id="rId8"/>
    <p:sldId id="290" r:id="rId9"/>
    <p:sldId id="288" r:id="rId10"/>
    <p:sldId id="289" r:id="rId11"/>
    <p:sldId id="286" r:id="rId12"/>
    <p:sldId id="277" r:id="rId13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5"/>
      <p:bold r:id="rId16"/>
      <p:italic r:id="rId17"/>
      <p:boldItalic r:id="rId18"/>
    </p:embeddedFont>
    <p:embeddedFont>
      <p:font typeface="Acumin Pro Medium" panose="020B0604020202020204" pitchFamily="34" charset="77"/>
      <p:regular r:id="rId19"/>
      <p:italic r:id="rId20"/>
    </p:embeddedFont>
    <p:embeddedFont>
      <p:font typeface="Franklin Gothic Book" panose="020B0503020102020204" pitchFamily="34" charset="0"/>
      <p:regular r:id="rId21"/>
      <p:italic r:id="rId22"/>
    </p:embeddedFont>
    <p:embeddedFont>
      <p:font typeface="Franklin Gothic Medium" panose="020B0603020102020204" pitchFamily="34" charset="0"/>
      <p:regular r:id="rId23"/>
      <p:italic r:id="rId24"/>
    </p:embeddedFont>
    <p:embeddedFont>
      <p:font typeface="Franklin Gothic Medium Cond" panose="020B0606030402020204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361"/>
  </p:normalViewPr>
  <p:slideViewPr>
    <p:cSldViewPr snapToGrid="0">
      <p:cViewPr varScale="1">
        <p:scale>
          <a:sx n="108" d="100"/>
          <a:sy n="108" d="100"/>
        </p:scale>
        <p:origin x="776" y="192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13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03/30/26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Design(s) sent over to DL-Engineering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Sensor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Tested manually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Web logger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RFID Charging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NDA issues inquired to </a:t>
            </a:r>
            <a:r>
              <a:rPr lang="en-US" dirty="0" err="1"/>
              <a:t>Niedra</a:t>
            </a:r>
            <a:r>
              <a:rPr lang="en-US" dirty="0"/>
              <a:t> and Legal 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Paper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Paper almost ready for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A2F927-B52E-44E1-4877-101AA056BF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Design(s) sent over to DL-Engineering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BF419-6111-9F02-6747-2BCDA2D099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designs packaged for DL-Engineering to verify: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Gerber Files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Placement Files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Bill of Materials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D210D4-3FC1-9972-023F-AC418F4F8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6FE91-0DE7-9F97-4F4A-FD1BA142D1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049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115368-C5DB-E13C-2CD6-F0C27370E4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Tested Sensors manually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9673A-B475-36B1-3674-6618517C2F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visible errors with sensor readings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Strain gauge – resistance did measurably change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Force gauge – Sudden shocks in voltage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Still need further testing to 100% verify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116030-5559-AB6B-DE02-54B990C2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F708E-12DE-8F66-3B44-F36CDFDABD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150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D6C148-6922-BE30-4960-5B6CF23A29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Web logger issues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C8B02-D238-AE3F-E403-94814E2DCF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Omosalewa</a:t>
            </a:r>
            <a:r>
              <a:rPr lang="en-US" dirty="0"/>
              <a:t> said that the web logger was down for a bit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Either an issue with </a:t>
            </a:r>
            <a:r>
              <a:rPr lang="en-US" dirty="0" err="1"/>
              <a:t>github</a:t>
            </a:r>
            <a:r>
              <a:rPr lang="en-US" dirty="0"/>
              <a:t> pages or another hit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Have to investigate further; discuss with </a:t>
            </a:r>
            <a:r>
              <a:rPr lang="en-US" dirty="0" err="1"/>
              <a:t>Omosalewa</a:t>
            </a:r>
            <a:r>
              <a:rPr lang="en-US" dirty="0"/>
              <a:t> what happened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4212D0-DFFA-47AA-1776-25A78E816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6C03A-49D9-8DBB-8B17-4356C8D690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8243AC-CBA3-E69C-C040-3BC1B84CA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371" y="4007263"/>
            <a:ext cx="65913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78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8E624D-FEAA-3CBF-C540-B28F7E084C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NDA issues inquired to </a:t>
            </a:r>
            <a:r>
              <a:rPr lang="en-US" dirty="0" err="1"/>
              <a:t>Niedra</a:t>
            </a:r>
            <a:r>
              <a:rPr lang="en-US" dirty="0"/>
              <a:t> and Legal Department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7931C-1CD6-093D-4FF9-8CD23A02AB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NDA cannot only be signed by Professor Nawrocki for usage of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Inquired </a:t>
            </a:r>
            <a:r>
              <a:rPr lang="en-US" dirty="0" err="1"/>
              <a:t>Niedra</a:t>
            </a:r>
            <a:r>
              <a:rPr lang="en-US" dirty="0"/>
              <a:t> about the legal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 contacted Purdue’s legal 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C3B61F-D8FF-2804-2258-FC75ED73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RFID Charging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978D0-444C-7545-EF94-9CD0703A51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610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B22BDD-91E8-FFCD-07BE-5713A91B78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Paper almost ready for submission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2D1B3-A5B9-600E-A5A9-A354467F11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hit 4/24 deadline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Waiting on 100% high quality images to finalize figures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Made needed adjustments from Professor Nawrocki and Professor Salas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meeting: Paper Review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ABF4AE-19EE-8470-8112-CE965C9F6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1F7F6-78DB-B91A-C190-08D854B35C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547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D72587-DF24-E361-3C87-CFAE3C408C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Next Week’s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18513-FBE2-EBBB-125E-FA48BA6B1B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Finalize Paper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</a:t>
            </a:r>
            <a:r>
              <a:rPr lang="en-US" dirty="0" err="1"/>
              <a:t>Omosalewa</a:t>
            </a:r>
            <a:r>
              <a:rPr lang="en-US" dirty="0"/>
              <a:t> for a couple more images of the system (high quality)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Paper Review (4/20) should be all of next meeting before I submit (hopefully 4/21)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C5F57F-D41F-FAF8-68C5-CD8D95AF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33180-B8A6-C9B8-09AC-F39A8DDB0F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025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29920</TotalTime>
  <Words>269</Words>
  <Application>Microsoft Macintosh PowerPoint</Application>
  <PresentationFormat>On-screen Show (4:3)</PresentationFormat>
  <Paragraphs>63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Acumin Pro</vt:lpstr>
      <vt:lpstr>Franklin Gothic Medium Cond</vt:lpstr>
      <vt:lpstr>Franklin Gothic Book</vt:lpstr>
      <vt:lpstr>Acumin Pro Condensed Semibold</vt:lpstr>
      <vt:lpstr>Acumin Pro Semibold</vt:lpstr>
      <vt:lpstr>Wingdings</vt:lpstr>
      <vt:lpstr>Acumin Pro Medium</vt:lpstr>
      <vt:lpstr>Franklin Gothic Medium</vt:lpstr>
      <vt:lpstr>Office Theme</vt:lpstr>
      <vt:lpstr>Week 13</vt:lpstr>
      <vt:lpstr>This Week</vt:lpstr>
      <vt:lpstr>PCB Updates</vt:lpstr>
      <vt:lpstr>Sensor Updates</vt:lpstr>
      <vt:lpstr>Sensor Updates</vt:lpstr>
      <vt:lpstr>RFID Charging Updates</vt:lpstr>
      <vt:lpstr>Paper Updates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98</cp:revision>
  <cp:lastPrinted>2026-03-30T16:32:53Z</cp:lastPrinted>
  <dcterms:created xsi:type="dcterms:W3CDTF">2023-02-16T02:16:06Z</dcterms:created>
  <dcterms:modified xsi:type="dcterms:W3CDTF">2026-04-13T16:57:39Z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