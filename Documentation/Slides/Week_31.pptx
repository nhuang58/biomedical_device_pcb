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9"/>
  </p:notesMasterIdLst>
  <p:sldIdLst>
    <p:sldId id="267" r:id="rId5"/>
    <p:sldId id="279" r:id="rId6"/>
    <p:sldId id="286" r:id="rId7"/>
    <p:sldId id="277" r:id="rId8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0"/>
      <p:bold r:id="rId11"/>
      <p:italic r:id="rId12"/>
      <p:boldItalic r:id="rId13"/>
    </p:embeddedFont>
    <p:embeddedFont>
      <p:font typeface="Acumin Pro Medium" panose="020B0604020202020204" pitchFamily="34" charset="77"/>
      <p:regular r:id="rId14"/>
      <p:italic r:id="rId15"/>
    </p:embeddedFont>
    <p:embeddedFont>
      <p:font typeface="Franklin Gothic Book" panose="020B0503020102020204" pitchFamily="34" charset="0"/>
      <p:regular r:id="rId16"/>
      <p:italic r:id="rId17"/>
    </p:embeddedFont>
    <p:embeddedFont>
      <p:font typeface="Franklin Gothic Medium" panose="020B0603020102020204" pitchFamily="34" charset="0"/>
      <p:regular r:id="rId18"/>
      <p:italic r:id="rId19"/>
    </p:embeddedFont>
    <p:embeddedFont>
      <p:font typeface="Franklin Gothic Medium Cond" panose="020B0606030402020204" pitchFamily="34" charset="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30"/>
    <p:restoredTop sz="94419"/>
  </p:normalViewPr>
  <p:slideViewPr>
    <p:cSldViewPr snapToGrid="0">
      <p:cViewPr varScale="1">
        <p:scale>
          <a:sx n="108" d="100"/>
          <a:sy n="108" d="100"/>
        </p:scale>
        <p:origin x="776" y="19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14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04/17/26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temperature sensor ordered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Storage Updates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dirty="0"/>
              <a:t>Medium approach explored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Paper Updates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Paper submitted and waiting on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 Week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D72587-DF24-E361-3C87-CFAE3C408C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Next Week’s Plan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C18513-FBE2-EBBB-125E-FA48BA6B1B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C5F57F-D41F-FAF8-68C5-CD8D95AF8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33180-B8A6-C9B8-09AC-F39A8DDB0F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1589025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29977</TotalTime>
  <Words>48</Words>
  <Application>Microsoft Macintosh PowerPoint</Application>
  <PresentationFormat>On-screen Show (4:3)</PresentationFormat>
  <Paragraphs>24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Arial</vt:lpstr>
      <vt:lpstr>Acumin Pro Medium</vt:lpstr>
      <vt:lpstr>Calibri</vt:lpstr>
      <vt:lpstr>Acumin Pro</vt:lpstr>
      <vt:lpstr>Franklin Gothic Medium Cond</vt:lpstr>
      <vt:lpstr>Acumin Pro Semibold</vt:lpstr>
      <vt:lpstr>Franklin Gothic Book</vt:lpstr>
      <vt:lpstr>Wingdings</vt:lpstr>
      <vt:lpstr>Franklin Gothic Medium</vt:lpstr>
      <vt:lpstr>Acumin Pro Condensed Semibold</vt:lpstr>
      <vt:lpstr>Office Theme</vt:lpstr>
      <vt:lpstr>Week 14</vt:lpstr>
      <vt:lpstr>This Week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101</cp:revision>
  <cp:lastPrinted>2026-03-30T16:32:53Z</cp:lastPrinted>
  <dcterms:created xsi:type="dcterms:W3CDTF">2023-02-16T02:16:06Z</dcterms:created>
  <dcterms:modified xsi:type="dcterms:W3CDTF">2026-04-27T17:58:18Z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