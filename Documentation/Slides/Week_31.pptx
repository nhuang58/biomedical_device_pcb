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79" r:id="rId6"/>
    <p:sldId id="287" r:id="rId7"/>
    <p:sldId id="288" r:id="rId8"/>
    <p:sldId id="289" r:id="rId9"/>
    <p:sldId id="290" r:id="rId10"/>
    <p:sldId id="291" r:id="rId11"/>
    <p:sldId id="286" r:id="rId12"/>
    <p:sldId id="277" r:id="rId13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5"/>
      <p:bold r:id="rId16"/>
      <p:italic r:id="rId17"/>
      <p:boldItalic r:id="rId18"/>
    </p:embeddedFont>
    <p:embeddedFont>
      <p:font typeface="Acumin Pro Medium" panose="020B0604020202020204" pitchFamily="34" charset="77"/>
      <p:regular r:id="rId19"/>
      <p:italic r:id="rId20"/>
    </p:embeddedFont>
    <p:embeddedFont>
      <p:font typeface="Franklin Gothic Book" panose="020B05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6030402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53"/>
    <p:restoredTop sz="94436"/>
  </p:normalViewPr>
  <p:slideViewPr>
    <p:cSldViewPr snapToGrid="0">
      <p:cViewPr varScale="1">
        <p:scale>
          <a:sx n="107" d="100"/>
          <a:sy n="107" d="100"/>
        </p:scale>
        <p:origin x="776" y="160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14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04/17/26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Paper Submitted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Paper Revisions (If necessary) Version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/>
              <a:t>Switch over to P1110B with NDA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Summer Calendar created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Work for summer outlined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55F92D-8E22-6CA2-89ED-C7F7DD5CF8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Paper Submitted!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3A95D-39C4-0805-F345-ECE7A3650B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Submission went through for IEEE Sensors on May 4</a:t>
            </a:r>
            <a:r>
              <a:rPr lang="en-US" baseline="30000" dirty="0"/>
              <a:t>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Notification of Paper Acceptance: August 9th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7D4FA0-845F-9861-4A86-7C8FFCFC8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5AE02-26A9-FFFF-498A-CAEA3D5BEA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5E6123-3717-9E35-C6C3-3EF97A090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36" y="2906767"/>
            <a:ext cx="7772400" cy="27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7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EFC58-6E3D-9657-0C2C-F89588D1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B41760-6972-BEF4-EFC0-74797874A7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Paper Revisions (if necessary) Version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F57F2-0C4B-9BC9-25D6-CCE91A8D9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 edits cannot be made currently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Still have revisions I would like to make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Draw.io</a:t>
            </a:r>
            <a:r>
              <a:rPr lang="en-US" dirty="0"/>
              <a:t> diagrams for circuits to emphasize clarity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Adding </a:t>
            </a:r>
            <a:r>
              <a:rPr lang="en-US" dirty="0" err="1"/>
              <a:t>OrCID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More detail on results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CEE9AE-86F7-C315-FF71-5687B255C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C90DD-F8E1-A2AA-55E0-898C0C471D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482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9C9EC2-B9B1-F5AA-C73B-0329D506F3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Switch over to P1110B with NDA Issues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D3585-3B95-520C-827F-69FEA064E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NDA never returned or signed from Legal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Switch to P1110B (No NDA required)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Much more reliable device in the end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1F8A32-1A54-8282-0017-DD24427F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FB49F-24B3-78C7-0793-249E715B70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4CE899-C16F-18A4-D8B4-38C1F0BB3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879" y="2496386"/>
            <a:ext cx="3817257" cy="302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62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C04910-8F9F-97E3-4EBF-6C48131239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Summer Calendar created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7AD92-CBB4-EAC9-1F9B-34904F091B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Asked </a:t>
            </a:r>
            <a:r>
              <a:rPr lang="en-US" dirty="0" err="1"/>
              <a:t>Niedra</a:t>
            </a:r>
            <a:r>
              <a:rPr lang="en-US" dirty="0"/>
              <a:t> for Summer Calendar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Told me it will act as “offer letter”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Relevant sections filled out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A66B85-1F3C-B83F-90DA-ADA59B450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7DCB6-88D5-8802-4BBD-8991C4F81B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757880-116A-F2DE-03F1-6CB50ED75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620" y="2668249"/>
            <a:ext cx="4869580" cy="333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60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344A2F-6F8F-4ACB-1D3F-5281D65B48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Work for Summer Outlined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551A6-A1F1-8860-9ECB-FDF3EF0758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Explore all 3 options of data collection storage as outlined previously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and fabricate a two new versions of the PCB: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Smaller without RFID -&gt; DC conversion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Larger with RFID -&gt; DC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Expanding the data collection capabilities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E18DF5-A4DE-9794-CD82-204F5EAF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25B22-BF00-38DE-88FD-396D985D6F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44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D72587-DF24-E361-3C87-CFAE3C408C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Next Week’s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18513-FBE2-EBBB-125E-FA48BA6B1B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cloud storage for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new schematic for P1110B power harvester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C5F57F-D41F-FAF8-68C5-CD8D95AF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3180-B8A6-C9B8-09AC-F39A8DDB0F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58902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30905</TotalTime>
  <Words>243</Words>
  <Application>Microsoft Macintosh PowerPoint</Application>
  <PresentationFormat>On-screen Show (4:3)</PresentationFormat>
  <Paragraphs>60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Wingdings</vt:lpstr>
      <vt:lpstr>Acumin Pro</vt:lpstr>
      <vt:lpstr>Franklin Gothic Medium</vt:lpstr>
      <vt:lpstr>Acumin Pro Semibold</vt:lpstr>
      <vt:lpstr>Arial</vt:lpstr>
      <vt:lpstr>Acumin Pro Condensed Semibold</vt:lpstr>
      <vt:lpstr>Calibri</vt:lpstr>
      <vt:lpstr>Acumin Pro Medium</vt:lpstr>
      <vt:lpstr>Franklin Gothic Book</vt:lpstr>
      <vt:lpstr>Franklin Gothic Medium Cond</vt:lpstr>
      <vt:lpstr>Office Theme</vt:lpstr>
      <vt:lpstr>Week 14</vt:lpstr>
      <vt:lpstr>This Week</vt:lpstr>
      <vt:lpstr>Paper Updates</vt:lpstr>
      <vt:lpstr>Paper Updates</vt:lpstr>
      <vt:lpstr>PCB Updates</vt:lpstr>
      <vt:lpstr>Summer Updates</vt:lpstr>
      <vt:lpstr>Summer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102</cp:revision>
  <cp:lastPrinted>2026-03-30T16:32:53Z</cp:lastPrinted>
  <dcterms:created xsi:type="dcterms:W3CDTF">2023-02-16T02:16:06Z</dcterms:created>
  <dcterms:modified xsi:type="dcterms:W3CDTF">2026-05-12T14:28:59Z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