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79" r:id="rId6"/>
    <p:sldId id="280" r:id="rId7"/>
    <p:sldId id="285" r:id="rId8"/>
    <p:sldId id="286" r:id="rId9"/>
    <p:sldId id="288" r:id="rId10"/>
    <p:sldId id="287" r:id="rId11"/>
    <p:sldId id="278" r:id="rId12"/>
    <p:sldId id="277" r:id="rId13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09"/>
    <p:restoredTop sz="94611"/>
  </p:normalViewPr>
  <p:slideViewPr>
    <p:cSldViewPr snapToGrid="0">
      <p:cViewPr varScale="1">
        <p:scale>
          <a:sx n="109" d="100"/>
          <a:sy n="109" d="100"/>
        </p:scale>
        <p:origin x="1416" y="19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jlcpcb.com/parts/in-stock-parts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13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11/21/2025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PCBA Setup for Ordering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BOM +  </a:t>
            </a:r>
            <a:r>
              <a:rPr lang="en-US" dirty="0" err="1"/>
              <a:t>PoS</a:t>
            </a:r>
            <a:r>
              <a:rPr lang="en-US" dirty="0"/>
              <a:t> File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Ordering PCB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Using JLCPCB as a vendor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Setup for Ordering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C17E7F-0E54-C3DE-3462-96777D99F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JLCPCB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PCBWay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PCB Trace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have ~24 hour lead time + 3 day PCBA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Ship time varies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PCBA on JLCPCB Parts: </a:t>
            </a:r>
            <a:r>
              <a:rPr lang="en-US" dirty="0">
                <a:hlinkClick r:id="rId2"/>
              </a:rPr>
              <a:t>https://jlcpcb.com/parts/in-stock-parts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Some parts may be unavailable, need to find alternatives</a:t>
            </a:r>
          </a:p>
        </p:txBody>
      </p:sp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46EF-B31F-ED11-7273-10C01E65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D6F0C-DD2A-39B7-89C0-FECD598E9F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~20 Components on BOM, listed below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CC5C2E-31DD-B39F-37F4-AE2FD8F7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BOM Generation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82037-7537-0439-3E01-B65E42678B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43D70-10A6-E98B-0BD2-F4C5BEFF7A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BOM Created with JLC Extension in </a:t>
            </a:r>
            <a:r>
              <a:rPr lang="en-US" dirty="0" err="1"/>
              <a:t>KiCAD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DD72EB81-DAE4-1B6E-3C86-E99BB51F7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8570"/>
            <a:ext cx="7772400" cy="35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6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2B53-2197-AC10-8B86-1BCC7770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51B4A9-8CF2-38F7-71B8-6226283963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Several Different Design Choices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54DDBE-B804-6A26-AE7A-CDF5C532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Routing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7A11C-BF3B-D4DF-40CF-3030919CAD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4D6CF3-D177-4972-CB7D-29A6E26FC5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Finished Rev. 1 Design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Slightly larger frame for PCB than (insufficient area to increase price)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8 vias (1 may be cause of concern)</a:t>
            </a:r>
          </a:p>
        </p:txBody>
      </p:sp>
      <p:pic>
        <p:nvPicPr>
          <p:cNvPr id="7" name="Picture 6" descr="A green circuit board with a black microchip&#10;&#10;AI-generated content may be incorrect.">
            <a:extLst>
              <a:ext uri="{FF2B5EF4-FFF2-40B4-BE49-F238E27FC236}">
                <a16:creationId xmlns:a16="http://schemas.microsoft.com/office/drawing/2014/main" id="{4773908B-57F9-8418-D9F5-C98EEB59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77" y="2689941"/>
            <a:ext cx="3174022" cy="3531362"/>
          </a:xfrm>
          <a:prstGeom prst="rect">
            <a:avLst/>
          </a:prstGeom>
        </p:spPr>
      </p:pic>
      <p:pic>
        <p:nvPicPr>
          <p:cNvPr id="12" name="Picture 11" descr="A green circuit board with white wires and yellow circles&#10;&#10;AI-generated content may be incorrect.">
            <a:extLst>
              <a:ext uri="{FF2B5EF4-FFF2-40B4-BE49-F238E27FC236}">
                <a16:creationId xmlns:a16="http://schemas.microsoft.com/office/drawing/2014/main" id="{E00003FF-B0E1-194F-55DE-E13100E1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86" y="2705856"/>
            <a:ext cx="3980614" cy="351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5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0A8B-44A3-C624-A5E5-1DAAE432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8196B-E023-FAA1-F04E-669C361F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Final Routing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60473B-FE64-EE86-7EA7-373C94DF95F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of vias and rest of board shown below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Would prefer review of 1+ other individuals</a:t>
            </a:r>
          </a:p>
        </p:txBody>
      </p:sp>
      <p:pic>
        <p:nvPicPr>
          <p:cNvPr id="6" name="Picture 5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5905BBDA-A410-DC80-CD3C-8DECA6A5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868" y="1562433"/>
            <a:ext cx="4069232" cy="435212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0E65DA-509E-6030-E8CC-6C75F0BB5F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Traces on PCB Board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74F78-24E3-D53A-0614-275F8BF4832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3/7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0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71EC-2697-80FB-9277-F0CEA131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A75B2-624D-50AB-BEEF-04B117AC91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From JLCPCB’s website with .</a:t>
            </a:r>
            <a:r>
              <a:rPr lang="en-US" dirty="0" err="1"/>
              <a:t>bom</a:t>
            </a:r>
            <a:r>
              <a:rPr lang="en-US" dirty="0"/>
              <a:t> and .</a:t>
            </a:r>
            <a:r>
              <a:rPr lang="en-US" dirty="0" err="1"/>
              <a:t>gerber</a:t>
            </a:r>
            <a:r>
              <a:rPr lang="en-US" dirty="0"/>
              <a:t> and .pos files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6A229-63AC-6D57-ED86-FE124BD4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PCB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53263-3496-A1F5-90B2-7573652589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C8EC73-47C8-62B5-237A-E22B604B8D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Quote around $23 without assembly, $59 with assembly</a:t>
            </a:r>
          </a:p>
        </p:txBody>
      </p:sp>
      <p:pic>
        <p:nvPicPr>
          <p:cNvPr id="6" name="Picture 5" descr="A screenshot of a screenshot of a website&#10;&#10;AI-generated content may be incorrect.">
            <a:extLst>
              <a:ext uri="{FF2B5EF4-FFF2-40B4-BE49-F238E27FC236}">
                <a16:creationId xmlns:a16="http://schemas.microsoft.com/office/drawing/2014/main" id="{86FED774-5C96-FFA0-13EC-0E539CF0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08" y="1908536"/>
            <a:ext cx="7772400" cy="340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1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 back on Resistive vs. Capacitive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PCBs before break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Fill out form 12 from ordering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on app store application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Developer app for monitoring Niclas + Sensors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18984</TotalTime>
  <Words>232</Words>
  <Application>Microsoft Macintosh PowerPoint</Application>
  <PresentationFormat>On-screen Show (4:3)</PresentationFormat>
  <Paragraphs>52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Acumin Pro Semibold</vt:lpstr>
      <vt:lpstr>Acumin Pro</vt:lpstr>
      <vt:lpstr>Calibri</vt:lpstr>
      <vt:lpstr>Acumin Pro Condensed Semibold</vt:lpstr>
      <vt:lpstr>Franklin Gothic Medium Cond</vt:lpstr>
      <vt:lpstr>Franklin Gothic Book</vt:lpstr>
      <vt:lpstr>Wingdings</vt:lpstr>
      <vt:lpstr>Acumin Pro Medium</vt:lpstr>
      <vt:lpstr>Franklin Gothic Medium</vt:lpstr>
      <vt:lpstr>Office Theme</vt:lpstr>
      <vt:lpstr>Week 13</vt:lpstr>
      <vt:lpstr>This Week</vt:lpstr>
      <vt:lpstr>PCBA Setup for Ordering</vt:lpstr>
      <vt:lpstr>BOM Generation</vt:lpstr>
      <vt:lpstr>Final Routing</vt:lpstr>
      <vt:lpstr>Final Routing</vt:lpstr>
      <vt:lpstr>Ordering PCB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48</cp:revision>
  <dcterms:created xsi:type="dcterms:W3CDTF">2023-02-16T02:16:06Z</dcterms:created>
  <dcterms:modified xsi:type="dcterms:W3CDTF">2025-11-21T18:14:32Z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