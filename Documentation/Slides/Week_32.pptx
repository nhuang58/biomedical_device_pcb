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4"/>
  </p:notesMasterIdLst>
  <p:sldIdLst>
    <p:sldId id="267" r:id="rId5"/>
    <p:sldId id="279" r:id="rId6"/>
    <p:sldId id="287" r:id="rId7"/>
    <p:sldId id="289" r:id="rId8"/>
    <p:sldId id="290" r:id="rId9"/>
    <p:sldId id="291" r:id="rId10"/>
    <p:sldId id="288" r:id="rId11"/>
    <p:sldId id="286" r:id="rId12"/>
    <p:sldId id="277" r:id="rId13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5"/>
      <p:bold r:id="rId16"/>
      <p:italic r:id="rId17"/>
      <p:boldItalic r:id="rId18"/>
    </p:embeddedFont>
    <p:embeddedFont>
      <p:font typeface="Acumin Pro Medium" panose="020B0604020202020204" pitchFamily="34" charset="77"/>
      <p:regular r:id="rId19"/>
      <p:italic r:id="rId20"/>
    </p:embeddedFont>
    <p:embeddedFont>
      <p:font typeface="Franklin Gothic Book" panose="020B0503020102020204" pitchFamily="34" charset="0"/>
      <p:regular r:id="rId21"/>
      <p:italic r:id="rId22"/>
    </p:embeddedFont>
    <p:embeddedFont>
      <p:font typeface="Franklin Gothic Medium" panose="020B0603020102020204" pitchFamily="34" charset="0"/>
      <p:regular r:id="rId23"/>
      <p:italic r:id="rId24"/>
    </p:embeddedFont>
    <p:embeddedFont>
      <p:font typeface="Franklin Gothic Medium Cond" panose="020B0606030402020204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512"/>
  </p:normalViewPr>
  <p:slideViewPr>
    <p:cSldViewPr snapToGrid="0">
      <p:cViewPr varScale="1">
        <p:scale>
          <a:sx n="107" d="100"/>
          <a:sy n="107" d="100"/>
        </p:scale>
        <p:origin x="776" y="168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05/18/26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Updates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dirty="0"/>
              <a:t>New symbol designed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dirty="0"/>
              <a:t>New footprint designed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dirty="0"/>
              <a:t>Power analysis done on P1110b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Summer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Summer Calendar submitted and signed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Required Trainings Completed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525BEF-8705-5EAE-832F-529E916BD3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New symbol designed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7C5AD-CDCA-95FD-AF39-E126D3CAC0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to match P1110B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Grounds need to be separate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Might cause interference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4E8E70-B190-3C76-2A2E-3EA3B87CA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F2D39-572E-6541-A578-F9DC191474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22A4A5-5F47-AEB7-1F80-C63AE435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98" y="2623280"/>
            <a:ext cx="5132051" cy="317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93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FF5E6-12DA-2B2B-A71F-4C6E1DBA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C89B8B-9C0D-6D55-E74D-251C82755B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New footprint designed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05D0A-E861-A612-6E75-9384326D14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to match P1110B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Powercast device will need to be elevated on board because it is an external product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106257-2C01-21D7-141E-589A821C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94203-7021-CD8B-F41A-28BFC0285B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B05CBF-2636-F231-EF8C-6B0C06315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402" y="2939404"/>
            <a:ext cx="4265847" cy="339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58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4FE0-B695-4D26-8A20-A1D89E093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7BCF0B-03DF-7AFC-CB8A-BB630443C8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Power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3CCFC-072F-D579-D82A-F2BE806734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731" y="1494337"/>
            <a:ext cx="8450035" cy="4454706"/>
          </a:xfrm>
        </p:spPr>
        <p:txBody>
          <a:bodyPr/>
          <a:lstStyle/>
          <a:p>
            <a:pPr marL="285750" lvl="0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Peak Output Power: 210 </a:t>
            </a:r>
            <a:r>
              <a:rPr lang="en-US" alt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mW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(0.21 Watts) at maximum RF input.</a:t>
            </a:r>
          </a:p>
          <a:p>
            <a:pPr marL="285750" lvl="0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Maximum Output Current: 100 mA.</a:t>
            </a:r>
          </a:p>
          <a:p>
            <a:pPr marL="285750" lvl="0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Configurable Output Voltage: Up to 4.2V for Lithium-Ion or 3.3V for Alkaline.</a:t>
            </a:r>
          </a:p>
          <a:p>
            <a:pPr marL="285750" lvl="0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Conversion Efficiency: Exceeds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70%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efficiency when converting RF energy to DC power.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4A8C05-A32A-4D3D-5945-A8A955FC5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EE2F1-48E6-5FAE-F1C6-EEE3CD7B912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87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3391C27-AB41-6CBB-7626-428BB976BB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85" r="2939" b="-3"/>
          <a:stretch>
            <a:fillRect/>
          </a:stretch>
        </p:blipFill>
        <p:spPr>
          <a:xfrm>
            <a:off x="334735" y="1543323"/>
            <a:ext cx="4094045" cy="4317728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ADFF263-9428-1CA8-E5B8-0F702A65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Summer Updates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015592-8EAE-A448-DD12-44CD504CF8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95" r="38839" b="-1"/>
          <a:stretch>
            <a:fillRect/>
          </a:stretch>
        </p:blipFill>
        <p:spPr>
          <a:xfrm>
            <a:off x="4715222" y="1543323"/>
            <a:ext cx="4094045" cy="4317728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9F78C8-F24C-7278-BB5C-75F842CA3B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Summer Calendar Submitted and Signed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9ED17-7247-9D2F-86FD-88680F0AC6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3/31/23            ‹#›</a:t>
            </a:r>
          </a:p>
        </p:txBody>
      </p:sp>
    </p:spTree>
    <p:extLst>
      <p:ext uri="{BB962C8B-B14F-4D97-AF65-F5344CB8AC3E}">
        <p14:creationId xmlns:p14="http://schemas.microsoft.com/office/powerpoint/2010/main" val="746291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9C2505-4B84-A349-C668-3F3894CA79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Required Trainings Completed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66639-A00C-0B57-3084-E2A2A89356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Responsible Conduct of Research (RCR)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Ethics Training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E336BE-E7F8-786B-D2FF-C9A1B92EF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D0753-F465-0006-D083-51AE933A97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29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D72587-DF24-E361-3C87-CFAE3C408C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Next Week’s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18513-FBE2-EBBB-125E-FA48BA6B1B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Look into AWS as potential data storage solution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S3 bucket is very cheap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Other options could open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Before Sync-Up: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Getting demonstration to work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Showing Omosalewa how to program the firmware for the updated Nicla Sense code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Find a good time to meet with Omosalewa in-person moving forward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C5F57F-D41F-FAF8-68C5-CD8D95AF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33180-B8A6-C9B8-09AC-F39A8DDB0F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158902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30977</TotalTime>
  <Words>229</Words>
  <Application>Microsoft Macintosh PowerPoint</Application>
  <PresentationFormat>On-screen Show (4:3)</PresentationFormat>
  <Paragraphs>60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Acumin Pro Condensed Semibold</vt:lpstr>
      <vt:lpstr>Acumin Pro Semibold</vt:lpstr>
      <vt:lpstr>Arial</vt:lpstr>
      <vt:lpstr>Acumin Pro</vt:lpstr>
      <vt:lpstr>Wingdings</vt:lpstr>
      <vt:lpstr>Franklin Gothic Book</vt:lpstr>
      <vt:lpstr>Calibri</vt:lpstr>
      <vt:lpstr>Acumin Pro Medium</vt:lpstr>
      <vt:lpstr>Franklin Gothic Medium Cond</vt:lpstr>
      <vt:lpstr>Franklin Gothic Medium</vt:lpstr>
      <vt:lpstr>Office Theme</vt:lpstr>
      <vt:lpstr>Week 1</vt:lpstr>
      <vt:lpstr>This Week</vt:lpstr>
      <vt:lpstr>PCB Updates</vt:lpstr>
      <vt:lpstr>PCB Updates</vt:lpstr>
      <vt:lpstr>PCB Updates</vt:lpstr>
      <vt:lpstr>Summer Updates</vt:lpstr>
      <vt:lpstr>Training Updates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103</cp:revision>
  <cp:lastPrinted>2026-03-30T16:32:53Z</cp:lastPrinted>
  <dcterms:created xsi:type="dcterms:W3CDTF">2023-02-16T02:16:06Z</dcterms:created>
  <dcterms:modified xsi:type="dcterms:W3CDTF">2026-05-21T06:43:49Z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