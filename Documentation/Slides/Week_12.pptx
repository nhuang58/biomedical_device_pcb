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</p:sldMasterIdLst>
  <p:notesMasterIdLst>
    <p:notesMasterId r:id="rId13"/>
  </p:notesMasterIdLst>
  <p:sldIdLst>
    <p:sldId id="267" r:id="rId5"/>
    <p:sldId id="279" r:id="rId6"/>
    <p:sldId id="280" r:id="rId7"/>
    <p:sldId id="289" r:id="rId8"/>
    <p:sldId id="285" r:id="rId9"/>
    <p:sldId id="290" r:id="rId10"/>
    <p:sldId id="278" r:id="rId11"/>
    <p:sldId id="277" r:id="rId12"/>
  </p:sldIdLst>
  <p:sldSz cx="9144000" cy="6858000" type="screen4x3"/>
  <p:notesSz cx="6858000" cy="9144000"/>
  <p:embeddedFontLst>
    <p:embeddedFont>
      <p:font typeface="Acumin Pro Condensed Semibold" panose="020B0706020202020204" pitchFamily="34" charset="77"/>
      <p:regular r:id="rId14"/>
      <p:bold r:id="rId15"/>
      <p:italic r:id="rId16"/>
      <p:boldItalic r:id="rId17"/>
    </p:embeddedFont>
    <p:embeddedFont>
      <p:font typeface="Acumin Pro Medium" panose="020B0604020202020204" pitchFamily="34" charset="77"/>
      <p:regular r:id="rId18"/>
      <p:italic r:id="rId19"/>
    </p:embeddedFont>
    <p:embeddedFont>
      <p:font typeface="Franklin Gothic Book" panose="020B0503020102020204" pitchFamily="34" charset="0"/>
      <p:regular r:id="rId20"/>
      <p:italic r:id="rId21"/>
    </p:embeddedFont>
    <p:embeddedFont>
      <p:font typeface="Franklin Gothic Medium" panose="020B0603020102020204" pitchFamily="34" charset="0"/>
      <p:regular r:id="rId22"/>
      <p:italic r:id="rId23"/>
    </p:embeddedFont>
    <p:embeddedFont>
      <p:font typeface="Franklin Gothic Medium Cond" panose="020B0606030402020204" pitchFamily="3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23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6CE219-6CB4-4D82-2315-C217F06FFCCD}" name="Hiller, Kelly R" initials="HKR" userId="S::khiller@purdue.edu::b25b1487-7f5e-4b7f-a0b2-f8bcb0b1ea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B991"/>
    <a:srgbClr val="DDB945"/>
    <a:srgbClr val="EBD9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624"/>
    <p:restoredTop sz="94593"/>
  </p:normalViewPr>
  <p:slideViewPr>
    <p:cSldViewPr snapToGrid="0">
      <p:cViewPr varScale="1">
        <p:scale>
          <a:sx n="110" d="100"/>
          <a:sy n="110" d="100"/>
        </p:scale>
        <p:origin x="1256" y="184"/>
      </p:cViewPr>
      <p:guideLst>
        <p:guide orient="horz" pos="1080"/>
        <p:guide pos="2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font" Target="fonts/font8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1.fntdata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18:37:35.049"/>
    </inkml:context>
    <inkml:brush xml:id="br0">
      <inkml:brushProperty name="width" value="0.05" units="cm"/>
      <inkml:brushProperty name="height" value="0.05" units="cm"/>
      <inkml:brushProperty name="color" value="#E71225"/>
    </inkml:brush>
  </inkml:definitions>
  <inkml:trace contextRef="#ctx0" brushRef="#br0">1861 205 24575,'-15'0'0,"-9"0"0,-16 0 0,-11 0 0,-16 0 0,-8 0 0,-5 0 0,-14 0 0,42 0 0,-1 0 0,0 0 0,-2 0 0,-4 0 0,-2 0 0,-1 0 0,-1 0 0,-3 2 0,1 1 0,6 1 0,1 2 0,0 4 0,1 2 0,1 3 0,0 2 0,3 0 0,1 2 0,-4 0 0,2 1 0,-29 14 0,21-4 0,15-4 0,14-3 0,11-6 0,10-5 0,7-2 0,3 3 0,2 6 0,0 5 0,0 4 0,0 0 0,0 3 0,7 5 0,15 6 0,24 6 0,23 1 0,19-3 0,-37-25 0,2-3 0,4-2 0,2-2 0,4-4 0,1-2 0,1-3 0,1-2 0,-1-1 0,-2-1 0,-2-1 0,-1 0 0,-2-1 0,-1 0 0,-3-2 0,-1-3 0,0-2 0,-2-3 0,0-2 0,-1-2 0,1-2 0,-1-2 0,0 1 0,-1-2 0,1 1 0,0 0 0,0-1 0,-1-1 0,-2 1 0,-2 0 0,36-18 0,-16 1 0,-13 3 0,-11 2 0,-7-2 0,-7-5 0,-7-12 0,-6-12 0,-6-8 0,-11-3 0,-23 6 0,-30 10 0,11 32 0,-6 4 0,-16 3 0,-5 4 0,-11 4 0,-3 3 0,-2 2 0,0 2 0,1 3 0,2 1-1357,12 0 0,7 0 0,-11 0 1,29 0-1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6CF7-48D8-2F46-AFC8-8A5D2298DFDD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BF745-0557-B241-863F-056113C70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7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31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31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82BBC47-D7E9-E849-BE67-7366DB4087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77278"/>
            <a:ext cx="7144105" cy="534037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29339"/>
            <a:ext cx="7144105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0" i="0">
                <a:solidFill>
                  <a:schemeClr val="bg2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93720"/>
            <a:ext cx="714410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52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17643"/>
            <a:ext cx="7183861" cy="583733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17147"/>
            <a:ext cx="7183861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79275"/>
            <a:ext cx="7183861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3/31/23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AC34E1-E044-0445-842B-2F1F9D1C92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92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29" y="5049077"/>
            <a:ext cx="8450036" cy="685801"/>
          </a:xfrm>
        </p:spPr>
        <p:txBody>
          <a:bodyPr>
            <a:normAutofit/>
          </a:bodyPr>
          <a:lstStyle>
            <a:lvl1pPr algn="ctr" fontAlgn="b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229" y="5754757"/>
            <a:ext cx="8450036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9BCA5A-C755-0E4A-878C-D1822540E2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1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5"/>
            <a:ext cx="9144000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A0E95C-D44C-0BD3-29E1-C39EBAC823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21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226450-0A2C-4A4B-95A5-6E0D1BC45A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432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2317D3B-55CD-0048-B746-CB10A28D4E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8723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51064" y="1543324"/>
            <a:ext cx="8450036" cy="4454706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54FE2-5844-7885-7089-16924C393E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9F76393-33C8-0244-A117-D97655079C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903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5" y="1543324"/>
            <a:ext cx="4059877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31868" y="1543324"/>
            <a:ext cx="4069232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E23E79-165A-C0A0-34F4-D4CD4FAC54E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5EEFC3C-29D1-EA4A-9C0C-4952B61838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96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6" y="1543324"/>
            <a:ext cx="2630674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256663" y="1543324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182353" y="1543323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E20F0F-7917-55BD-382B-A4E02410819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12896B7-E91D-CD4D-A891-824CE769BC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71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5" y="3652273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4" y="1543324"/>
            <a:ext cx="410230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706959" y="1543324"/>
            <a:ext cx="4094045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98697" y="3652272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1641B97-9FFC-02AC-9A83-AD9CF1F958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8D58084-BB32-E44F-B6BE-79DC4BE0EE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8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6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4"/>
            <a:ext cx="265085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252731" y="1543325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44470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154204" y="1532308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45943" y="3641256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039C530-4D1F-8F28-146E-3ECC4BBCE9E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64C2680-37A6-C442-ACC9-0E1A4F33FD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767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2" y="457200"/>
            <a:ext cx="3236117" cy="964096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2902" y="1570384"/>
            <a:ext cx="3236117" cy="4298605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3904" y="457200"/>
            <a:ext cx="4997195" cy="541178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C4977-AD33-556A-2AED-7416F7D439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2DB49B-3FD4-EF4C-B023-17613C9AF5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9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4715222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3135B86-20D4-13D9-0376-A64DF5C381B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0AF4890-83F2-1B4C-9129-0943FD5BE6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1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51065" y="1543324"/>
            <a:ext cx="4397009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61820" y="1543322"/>
            <a:ext cx="3847445" cy="4307573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2614933" y="3795305"/>
            <a:ext cx="2133141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51065" y="3795304"/>
            <a:ext cx="2133141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A9D6A4-F44C-720B-EF21-A331231A647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506DF57-624C-3D4C-9311-96AE05CC4C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24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6571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42900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3243828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161085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3227499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161085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310242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326571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3227499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6144756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3211170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6144756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0D3EBD5-219C-5B88-5FAA-E3535228FBD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7EDCCCDC-B335-96CB-3A28-8C862E3B1B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D166CBA-B0A5-A540-9E01-87761E8E4E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33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6" y="1542763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2508047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677415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846782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382716" y="3651151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3556027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5725394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0B1371B0-95CE-4462-18BB-F77CBC19BF8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631A4A5-899F-8948-AFF2-A9EECA71DA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313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891490" y="3884038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91295" y="3395950"/>
            <a:ext cx="3909707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 userDrawn="1"/>
        </p:nvSpPr>
        <p:spPr>
          <a:xfrm>
            <a:off x="4891392" y="5636914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891295" y="5636914"/>
            <a:ext cx="3909610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785C5DB-355E-CD09-6EF5-58F892E8FB6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DCE55CF-AD39-6942-BAFD-73E57A01F7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527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965414" y="3884038"/>
            <a:ext cx="1835685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891490" y="3879120"/>
            <a:ext cx="1896687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28867" y="3395950"/>
            <a:ext cx="3872135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 userDrawn="1"/>
        </p:nvSpPr>
        <p:spPr>
          <a:xfrm>
            <a:off x="4884613" y="5631998"/>
            <a:ext cx="1884248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>
              <a:latin typeface="Acumin Pro" panose="020B0504020202020204" pitchFamily="34" charset="77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921990" y="5631998"/>
            <a:ext cx="1866186" cy="30271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 userDrawn="1"/>
        </p:nvSpPr>
        <p:spPr>
          <a:xfrm>
            <a:off x="6965414" y="5641704"/>
            <a:ext cx="1823956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7002791" y="5641704"/>
            <a:ext cx="1806473" cy="302715"/>
          </a:xfrm>
        </p:spPr>
        <p:txBody>
          <a:bodyPr>
            <a:no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BE9F3313-6532-97CE-1E0D-3A21EA40A39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3389377-4D07-D241-8D0E-8A871D181F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41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 userDrawn="1"/>
        </p:nvSpPr>
        <p:spPr>
          <a:xfrm>
            <a:off x="5953857" y="1315895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 userDrawn="1"/>
        </p:nvSpPr>
        <p:spPr>
          <a:xfrm>
            <a:off x="3315718" y="1315896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 userDrawn="1"/>
        </p:nvSpPr>
        <p:spPr>
          <a:xfrm>
            <a:off x="677578" y="1315897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629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458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963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791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4102" y="143391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931" y="4043274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F278F-8AAE-FA0B-4B47-AB0FFECE69F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856F49F-59AA-23FB-4600-EC4D944973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458" y="2040673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CA6E053-97C0-F5A8-A5C6-62806699EADE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3464791" y="2040672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823F7D4-DD74-2A27-4C24-052C4575CCDF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6102931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77476EE-9BD3-9249-BC1B-491B99321F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7126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 userDrawn="1"/>
        </p:nvSpPr>
        <p:spPr>
          <a:xfrm>
            <a:off x="5953662" y="1315893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 userDrawn="1"/>
        </p:nvSpPr>
        <p:spPr>
          <a:xfrm>
            <a:off x="3315523" y="1315894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 userDrawn="1"/>
        </p:nvSpPr>
        <p:spPr>
          <a:xfrm>
            <a:off x="677384" y="1315895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435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769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marL="0" marR="0" lvl="0" indent="0" algn="ctr" defTabSz="685800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3908" y="143391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264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3453661" y="2065259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264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597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736" y="4043272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6097061" y="2071425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4DDE6D-DD47-E873-4306-EBFC1F91F657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911DA62-F518-7447-BD47-16E2421CCA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9466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 userDrawn="1"/>
        </p:nvSpPr>
        <p:spPr>
          <a:xfrm>
            <a:off x="756438" y="1660596"/>
            <a:ext cx="1438515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 userDrawn="1"/>
        </p:nvSpPr>
        <p:spPr>
          <a:xfrm>
            <a:off x="758505" y="2160555"/>
            <a:ext cx="1436449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 userDrawn="1"/>
        </p:nvSpPr>
        <p:spPr>
          <a:xfrm>
            <a:off x="2284078" y="1660596"/>
            <a:ext cx="1438515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 userDrawn="1"/>
        </p:nvSpPr>
        <p:spPr>
          <a:xfrm>
            <a:off x="2286144" y="2160555"/>
            <a:ext cx="1436449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 userDrawn="1"/>
        </p:nvSpPr>
        <p:spPr>
          <a:xfrm>
            <a:off x="3811718" y="1660596"/>
            <a:ext cx="1438515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 userDrawn="1"/>
        </p:nvSpPr>
        <p:spPr>
          <a:xfrm>
            <a:off x="3813784" y="2160555"/>
            <a:ext cx="1436449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 userDrawn="1"/>
        </p:nvSpPr>
        <p:spPr>
          <a:xfrm>
            <a:off x="5339357" y="1660596"/>
            <a:ext cx="1438515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 userDrawn="1"/>
        </p:nvSpPr>
        <p:spPr>
          <a:xfrm>
            <a:off x="5341424" y="2160555"/>
            <a:ext cx="1436449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 userDrawn="1"/>
        </p:nvSpPr>
        <p:spPr>
          <a:xfrm>
            <a:off x="6866999" y="1660596"/>
            <a:ext cx="1438515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 userDrawn="1"/>
        </p:nvSpPr>
        <p:spPr>
          <a:xfrm>
            <a:off x="6869065" y="2160555"/>
            <a:ext cx="1436449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6438" y="1783909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8407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81171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3935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67000" y="1770870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487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2381484" y="2299864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390912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543676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6964405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58850-3E44-9220-12DF-98BC6F729C54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976A537-883F-374A-AD56-EC40D05206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5407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4"/>
            <a:ext cx="4936211" cy="6867524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-944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A0ED9A8-0DA3-BC24-94A1-086C8ECA8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BDBD18-96E0-3342-A809-2FF8511966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3748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5"/>
            <a:ext cx="4936211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11E696-D9D7-67E3-048E-80603F311A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C21FF41-B1B2-D04A-8A0A-A90E998160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5020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544E4A-5B5C-3341-99E5-E104859854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6539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19E352-9704-594E-BAD1-167251E51B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6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025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9200A-5F39-EB36-4116-B2C1717CC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61174" y="6295058"/>
            <a:ext cx="1339925" cy="3239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Acumin Pro" panose="020B0504020202020204" pitchFamily="34" charset="77"/>
              </a:defRPr>
            </a:lvl1pPr>
          </a:lstStyle>
          <a:p>
            <a:pPr algn="r"/>
            <a:r>
              <a:rPr lang="en-US" dirty="0"/>
              <a:t>3/31/23            </a:t>
            </a:r>
            <a:fld id="{9F076166-0C3B-2C4F-B933-99EF0896CC39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064" y="1192696"/>
            <a:ext cx="8450036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256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702" r:id="rId3"/>
    <p:sldLayoutId id="2147483708" r:id="rId4"/>
    <p:sldLayoutId id="2147483687" r:id="rId5"/>
    <p:sldLayoutId id="2147483714" r:id="rId6"/>
    <p:sldLayoutId id="2147483688" r:id="rId7"/>
    <p:sldLayoutId id="2147483650" r:id="rId8"/>
    <p:sldLayoutId id="2147483701" r:id="rId9"/>
    <p:sldLayoutId id="2147483711" r:id="rId10"/>
    <p:sldLayoutId id="2147483712" r:id="rId11"/>
    <p:sldLayoutId id="2147483656" r:id="rId12"/>
    <p:sldLayoutId id="2147483706" r:id="rId13"/>
    <p:sldLayoutId id="2147483705" r:id="rId14"/>
    <p:sldLayoutId id="2147483707" r:id="rId15"/>
    <p:sldLayoutId id="2147483713" r:id="rId16"/>
    <p:sldLayoutId id="2147483709" r:id="rId17"/>
    <p:sldLayoutId id="2147483710" r:id="rId18"/>
    <p:sldLayoutId id="2147483653" r:id="rId19"/>
    <p:sldLayoutId id="2147483690" r:id="rId20"/>
    <p:sldLayoutId id="2147483704" r:id="rId21"/>
    <p:sldLayoutId id="2147483692" r:id="rId22"/>
    <p:sldLayoutId id="2147483693" r:id="rId23"/>
    <p:sldLayoutId id="2147483691" r:id="rId24"/>
    <p:sldLayoutId id="2147483703" r:id="rId25"/>
  </p:sldLayoutIdLst>
  <p:hf sldNum="0" hdr="0" dt="0"/>
  <p:txStyles>
    <p:titleStyle>
      <a:lvl1pPr algn="l" defTabSz="685800" rtl="0" eaLnBrk="1" fontAlgn="b" latinLnBrk="0" hangingPunct="1">
        <a:lnSpc>
          <a:spcPct val="90000"/>
        </a:lnSpc>
        <a:spcBef>
          <a:spcPct val="0"/>
        </a:spcBef>
        <a:buNone/>
        <a:defRPr lang="en-US" sz="3600" b="1" i="1" kern="1200" cap="none" baseline="0" dirty="0">
          <a:solidFill>
            <a:schemeClr val="tx1"/>
          </a:solidFill>
          <a:latin typeface="Acumin Pro Condensed Semibold" panose="020B0506020202020204" pitchFamily="34" charset="77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7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2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None/>
        <a:defRPr sz="105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09A7-CF48-9701-322A-A0BBD1C2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cumin Pro Condensed Semibold" panose="020B0506020202020204" pitchFamily="34" charset="77"/>
              </a:rPr>
              <a:t>Week </a:t>
            </a:r>
            <a:r>
              <a:rPr lang="en-US" dirty="0"/>
              <a:t>14</a:t>
            </a:r>
            <a:endParaRPr lang="en-US" b="1" dirty="0">
              <a:latin typeface="Acumin Pro Condensed Semibold" panose="020B0506020202020204" pitchFamily="34" charset="77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1BF94-59A9-105F-273E-B29E440F2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Keel Bone Chicken Project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18A17-096C-AED1-C745-D58ECF2EFE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11/24/2025</a:t>
            </a:r>
          </a:p>
        </p:txBody>
      </p:sp>
    </p:spTree>
    <p:extLst>
      <p:ext uri="{BB962C8B-B14F-4D97-AF65-F5344CB8AC3E}">
        <p14:creationId xmlns:p14="http://schemas.microsoft.com/office/powerpoint/2010/main" val="415499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D8EB3F-62C8-9AC5-2CE0-70DBBE67BD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This week’s progress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F1C29-FDCE-BED1-CD5A-C89760CA96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Form 12 Ordering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Finished quote for PCB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Mobile App Development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Frontend Design Started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Backend Framework Started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583019-436C-2C67-C2A5-1274BCF96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398AA-5631-3872-C08C-B7AA27779D3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2/7</a:t>
            </a:r>
          </a:p>
        </p:txBody>
      </p:sp>
    </p:spTree>
    <p:extLst>
      <p:ext uri="{BB962C8B-B14F-4D97-AF65-F5344CB8AC3E}">
        <p14:creationId xmlns:p14="http://schemas.microsoft.com/office/powerpoint/2010/main" val="834843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41CE77C-B557-29CE-8766-6DCFD90975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Form 12 complete and awaiting verification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859AD80-6FC7-8C62-920C-848E8AE51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 12 Ordering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A153D-D7AD-6A3B-E470-4D831348286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3/7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6C17E7F-0E54-C3DE-3462-96777D99F5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Screenshot of form 12 attached below: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Picture 5" descr="A close-up of a form&#10;&#10;AI-generated content may be incorrect.">
            <a:extLst>
              <a:ext uri="{FF2B5EF4-FFF2-40B4-BE49-F238E27FC236}">
                <a16:creationId xmlns:a16="http://schemas.microsoft.com/office/drawing/2014/main" id="{82EBCE9E-298A-EC8A-EDAD-B7A5783C5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36" y="1889338"/>
            <a:ext cx="7772400" cy="367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572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427AC-89E0-4CE3-6E4E-240167D05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08FEC9B-AEF1-0A23-545C-27620C7795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PCBA can be ordered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00FC0DA-FCDE-E8A7-723F-68E8E5501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Finished Quote for PCB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25917-864F-AD37-4D47-E60182E652B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3/7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4995F26-D17F-5340-CDBA-8985C38098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Finalized quote seen below: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Weight estimate is incorrect (for all parts related to assembly)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DC3BF65-E28B-BCCC-147E-B3C94201D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2207899"/>
            <a:ext cx="7772400" cy="369581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7BA06DF-87E1-BC4E-5161-47D134397A23}"/>
                  </a:ext>
                </a:extLst>
              </p14:cNvPr>
              <p14:cNvContentPartPr/>
              <p14:nvPr/>
            </p14:nvContentPartPr>
            <p14:xfrm>
              <a:off x="7459255" y="1926542"/>
              <a:ext cx="799560" cy="3466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7BA06DF-87E1-BC4E-5161-47D134397A2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50615" y="1917902"/>
                <a:ext cx="817200" cy="364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81741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946EF-B31F-ED11-7273-10C01E654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CC5C2E-31DD-B39F-37F4-AE2FD8F7E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</p:spPr>
        <p:txBody>
          <a:bodyPr anchor="ctr">
            <a:normAutofit/>
          </a:bodyPr>
          <a:lstStyle/>
          <a:p>
            <a:r>
              <a:rPr lang="en-US" dirty="0"/>
              <a:t>Mobile App Development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043D70-10A6-E98B-0BD2-F4C5BEFF7A64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5" y="1543324"/>
            <a:ext cx="4059877" cy="439033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Conversion from Web BLE -&gt; Mobile more difficult than anticipated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Needed new dependencies: Xcode, </a:t>
            </a:r>
            <a:r>
              <a:rPr lang="en-US" sz="1800" dirty="0" err="1"/>
              <a:t>CocoaPods</a:t>
            </a:r>
            <a:r>
              <a:rPr lang="en-US" sz="1800" dirty="0"/>
              <a:t>, Capacitor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Will be able to finished by next week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05560D-BA79-470A-D2D2-798491EA1D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162" r="15335" b="-2"/>
          <a:stretch>
            <a:fillRect/>
          </a:stretch>
        </p:blipFill>
        <p:spPr>
          <a:xfrm>
            <a:off x="4731868" y="1543324"/>
            <a:ext cx="4069232" cy="4390338"/>
          </a:xfrm>
          <a:prstGeom prst="rect">
            <a:avLst/>
          </a:prstGeom>
          <a:noFill/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D6F0C-DD2A-39B7-89C0-FECD598E9F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2900" y="954291"/>
            <a:ext cx="8458200" cy="36576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Frontend Design Started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82037-7537-0439-3E01-B65E42678B3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461174" y="6295058"/>
            <a:ext cx="1339925" cy="32397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/>
              <a:t>3/7</a:t>
            </a:r>
          </a:p>
        </p:txBody>
      </p:sp>
    </p:spTree>
    <p:extLst>
      <p:ext uri="{BB962C8B-B14F-4D97-AF65-F5344CB8AC3E}">
        <p14:creationId xmlns:p14="http://schemas.microsoft.com/office/powerpoint/2010/main" val="2599566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28286-F58B-A4CA-D0BA-8FD79BC50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6A6B5A1-51A8-7F01-0F2C-1526D571B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</p:spPr>
        <p:txBody>
          <a:bodyPr anchor="ctr">
            <a:normAutofit/>
          </a:bodyPr>
          <a:lstStyle/>
          <a:p>
            <a:r>
              <a:rPr lang="en-US" dirty="0"/>
              <a:t>Mobile App Development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F009817-44D2-A8D0-C29C-873EE87C3A89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5" y="1543324"/>
            <a:ext cx="4059877" cy="439033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Basic view of iPad app seen below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Basic functionality of the web version (with Bluetooth), with redundant feature removed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Need to ask </a:t>
            </a:r>
            <a:r>
              <a:rPr lang="en-US" dirty="0" err="1"/>
              <a:t>Omosalewa</a:t>
            </a:r>
            <a:r>
              <a:rPr lang="en-US" dirty="0"/>
              <a:t> if she believes additional features would benefit the app</a:t>
            </a:r>
          </a:p>
        </p:txBody>
      </p:sp>
      <p:pic>
        <p:nvPicPr>
          <p:cNvPr id="1026" name="Picture 2" descr="Generated image">
            <a:extLst>
              <a:ext uri="{FF2B5EF4-FFF2-40B4-BE49-F238E27FC236}">
                <a16:creationId xmlns:a16="http://schemas.microsoft.com/office/drawing/2014/main" id="{B729D2F1-948C-267C-FFF5-AB7A53A4D2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31868" y="2380387"/>
            <a:ext cx="4069232" cy="2716211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2082681-7121-5884-FA79-C843BBC6179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2900" y="954291"/>
            <a:ext cx="8458200" cy="36576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Backend Framework of App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49631-F52B-6D5D-133A-62ED0B699C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461174" y="6295058"/>
            <a:ext cx="1339925" cy="32397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/>
              <a:t>3/7</a:t>
            </a:r>
          </a:p>
        </p:txBody>
      </p:sp>
    </p:spTree>
    <p:extLst>
      <p:ext uri="{BB962C8B-B14F-4D97-AF65-F5344CB8AC3E}">
        <p14:creationId xmlns:p14="http://schemas.microsoft.com/office/powerpoint/2010/main" val="3951893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1B29CAD-3B43-3BC0-D2EC-A53874ABB8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Blockers &amp; Next Week’s 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F87380-04A3-DD16-EAB3-0921830BDF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Finish Mobile App 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Data Logging Functionality for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Blockers: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Dependency Issues with several iOS development environments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CocoaPods</a:t>
            </a: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NPM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Capacitor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7D02411-52BC-0A6C-B958-234593BB1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AB307-58AA-C3F2-0BBB-500351B01F7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6/7</a:t>
            </a:r>
          </a:p>
        </p:txBody>
      </p:sp>
    </p:spTree>
    <p:extLst>
      <p:ext uri="{BB962C8B-B14F-4D97-AF65-F5344CB8AC3E}">
        <p14:creationId xmlns:p14="http://schemas.microsoft.com/office/powerpoint/2010/main" val="257444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72CBA-026F-7E96-546F-23B8813A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FBDCD-BC38-D4A8-A210-EA02F26100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Purdue Polytechnic Institute</a:t>
            </a:r>
          </a:p>
        </p:txBody>
      </p:sp>
    </p:spTree>
    <p:extLst>
      <p:ext uri="{BB962C8B-B14F-4D97-AF65-F5344CB8AC3E}">
        <p14:creationId xmlns:p14="http://schemas.microsoft.com/office/powerpoint/2010/main" val="3555266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M-23-645083-Purdue-Standard-20230329" id="{27BFFCF5-3893-564F-9D79-7211049AF84A}" vid="{DA483483-262C-8944-9745-BAAE73176DE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656b4d-3fa0-4709-acfb-d5e813445d1e">
      <UserInfo>
        <DisplayName>Schott, Thomas H.</DisplayName>
        <AccountId>17</AccountId>
        <AccountType/>
      </UserInfo>
      <UserInfo>
        <DisplayName>Sarault, Olivia M</DisplayName>
        <AccountId>29</AccountId>
        <AccountType/>
      </UserInfo>
      <UserInfo>
        <DisplayName>Hiller, Kelly R</DisplayName>
        <AccountId>98</AccountId>
        <AccountType/>
      </UserInfo>
      <UserInfo>
        <DisplayName>Eddy, Abigail Ellen</DisplayName>
        <AccountId>46</AccountId>
        <AccountType/>
      </UserInfo>
      <UserInfo>
        <DisplayName>Gu, Yu Rain</DisplayName>
        <AccountId>77</AccountId>
        <AccountType/>
      </UserInfo>
      <UserInfo>
        <DisplayName>Reese, Kristy S</DisplayName>
        <AccountId>26</AccountId>
        <AccountType/>
      </UserInfo>
    </SharedWithUsers>
    <lcf76f155ced4ddcb4097134ff3c332f xmlns="37af3f4b-4b66-46f9-8456-831d9bc3e737">
      <Terms xmlns="http://schemas.microsoft.com/office/infopath/2007/PartnerControls"/>
    </lcf76f155ced4ddcb4097134ff3c332f>
    <TaxCatchAll xmlns="d6656b4d-3fa0-4709-acfb-d5e813445d1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E202481DC1CB46AA011D949D311478" ma:contentTypeVersion="13" ma:contentTypeDescription="Create a new document." ma:contentTypeScope="" ma:versionID="309c718596e4092f54ce9aa93358bb8d">
  <xsd:schema xmlns:xsd="http://www.w3.org/2001/XMLSchema" xmlns:xs="http://www.w3.org/2001/XMLSchema" xmlns:p="http://schemas.microsoft.com/office/2006/metadata/properties" xmlns:ns2="37af3f4b-4b66-46f9-8456-831d9bc3e737" xmlns:ns3="d6656b4d-3fa0-4709-acfb-d5e813445d1e" targetNamespace="http://schemas.microsoft.com/office/2006/metadata/properties" ma:root="true" ma:fieldsID="0c34f3e70276db9d2471c2526b8de3df" ns2:_="" ns3:_="">
    <xsd:import namespace="37af3f4b-4b66-46f9-8456-831d9bc3e737"/>
    <xsd:import namespace="d6656b4d-3fa0-4709-acfb-d5e813445d1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f3f4b-4b66-46f9-8456-831d9bc3e73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8e9e90a8-b24c-4be7-8760-a88b2cd47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56b4d-3fa0-4709-acfb-d5e813445d1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ebcf308-42de-4d63-b51a-b2360cc04078}" ma:internalName="TaxCatchAll" ma:showField="CatchAllData" ma:web="d6656b4d-3fa0-4709-acfb-d5e813445d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1DE0D6C-581B-4814-98E7-EF172D5D46A1}">
  <ds:schemaRefs>
    <ds:schemaRef ds:uri="http://purl.org/dc/elements/1.1/"/>
    <ds:schemaRef ds:uri="http://schemas.microsoft.com/office/2006/documentManagement/types"/>
    <ds:schemaRef ds:uri="d6656b4d-3fa0-4709-acfb-d5e813445d1e"/>
    <ds:schemaRef ds:uri="http://purl.org/dc/terms/"/>
    <ds:schemaRef ds:uri="http://schemas.microsoft.com/office/infopath/2007/PartnerControls"/>
    <ds:schemaRef ds:uri="37af3f4b-4b66-46f9-8456-831d9bc3e737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F5B64EEB-1B4A-4920-AA44-E234D7D487D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4D795B0-FAA0-424A-9B96-7691ED1EF2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af3f4b-4b66-46f9-8456-831d9bc3e737"/>
    <ds:schemaRef ds:uri="d6656b4d-3fa0-4709-acfb-d5e813445d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20208</TotalTime>
  <Words>184</Words>
  <Application>Microsoft Macintosh PowerPoint</Application>
  <PresentationFormat>On-screen Show (4:3)</PresentationFormat>
  <Paragraphs>47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Acumin Pro</vt:lpstr>
      <vt:lpstr>Franklin Gothic Medium</vt:lpstr>
      <vt:lpstr>Acumin Pro Condensed Semibold</vt:lpstr>
      <vt:lpstr>Acumin Pro Semibold</vt:lpstr>
      <vt:lpstr>Arial</vt:lpstr>
      <vt:lpstr>Acumin Pro Medium</vt:lpstr>
      <vt:lpstr>Calibri</vt:lpstr>
      <vt:lpstr>Franklin Gothic Book</vt:lpstr>
      <vt:lpstr>Franklin Gothic Medium Cond</vt:lpstr>
      <vt:lpstr>Wingdings</vt:lpstr>
      <vt:lpstr>Office Theme</vt:lpstr>
      <vt:lpstr>Week 14</vt:lpstr>
      <vt:lpstr>This Week</vt:lpstr>
      <vt:lpstr>Form 12 Ordering</vt:lpstr>
      <vt:lpstr>Finished Quote for PCB</vt:lpstr>
      <vt:lpstr>Mobile App Development</vt:lpstr>
      <vt:lpstr>Mobile App Development</vt:lpstr>
      <vt:lpstr>Next Week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Ramona McCarthy</dc:creator>
  <cp:lastModifiedBy>Nathan Mingkuan Huang</cp:lastModifiedBy>
  <cp:revision>49</cp:revision>
  <dcterms:created xsi:type="dcterms:W3CDTF">2023-02-16T02:16:06Z</dcterms:created>
  <dcterms:modified xsi:type="dcterms:W3CDTF">2025-11-25T01:09:16Z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2023-02-20T19:00:53Z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b33bf962-ed92-4dd9-bc75-9825fb79b2e3</vt:lpwstr>
  </property>
  <property fmtid="{D5CDD505-2E9C-101B-9397-08002B2CF9AE}" pid="8" name="MSIP_Label_4044bd30-2ed7-4c9d-9d12-46200872a97b_ContentBits">
    <vt:lpwstr>0</vt:lpwstr>
  </property>
  <property fmtid="{D5CDD505-2E9C-101B-9397-08002B2CF9AE}" pid="9" name="ContentTypeId">
    <vt:lpwstr>0x01010054E202481DC1CB46AA011D949D311478</vt:lpwstr>
  </property>
  <property fmtid="{D5CDD505-2E9C-101B-9397-08002B2CF9AE}" pid="10" name="MediaServiceImageTags">
    <vt:lpwstr/>
  </property>
</Properties>
</file>