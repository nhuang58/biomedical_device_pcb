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2"/>
  </p:notesMasterIdLst>
  <p:sldIdLst>
    <p:sldId id="267" r:id="rId5"/>
    <p:sldId id="279" r:id="rId6"/>
    <p:sldId id="280" r:id="rId7"/>
    <p:sldId id="301" r:id="rId8"/>
    <p:sldId id="302" r:id="rId9"/>
    <p:sldId id="278" r:id="rId10"/>
    <p:sldId id="277" r:id="rId11"/>
  </p:sldIdLst>
  <p:sldSz cx="9144000" cy="6858000" type="screen4x3"/>
  <p:notesSz cx="6858000" cy="9144000"/>
  <p:embeddedFontLst>
    <p:embeddedFont>
      <p:font typeface="Acumin Pro Condensed Semibold" panose="020B0604020202020204" charset="0"/>
      <p:regular r:id="rId13"/>
      <p:bold r:id="rId14"/>
      <p:italic r:id="rId15"/>
      <p:boldItalic r:id="rId16"/>
    </p:embeddedFont>
    <p:embeddedFont>
      <p:font typeface="Acumin Pro Medium" panose="020B0604020202020204" charset="0"/>
      <p:regular r:id="rId17"/>
      <p:italic r:id="rId18"/>
    </p:embeddedFont>
    <p:embeddedFont>
      <p:font typeface="Franklin Gothic Book" panose="020B0503020102020204" pitchFamily="34" charset="0"/>
      <p:regular r:id="rId19"/>
      <p:italic r:id="rId20"/>
    </p:embeddedFont>
    <p:embeddedFont>
      <p:font typeface="Franklin Gothic Medium" panose="020B0603020102020204" pitchFamily="34" charset="0"/>
      <p:regular r:id="rId21"/>
      <p:italic r:id="rId22"/>
    </p:embeddedFont>
    <p:embeddedFont>
      <p:font typeface="Franklin Gothic Medium Cond" panose="020B0606030402020204" pitchFamily="3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881"/>
    <p:restoredTop sz="94597"/>
  </p:normalViewPr>
  <p:slideViewPr>
    <p:cSldViewPr snapToGrid="0">
      <p:cViewPr varScale="1">
        <p:scale>
          <a:sx n="104" d="100"/>
          <a:sy n="104" d="100"/>
        </p:scale>
        <p:origin x="1422" y="114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font" Target="fonts/font9.fntdata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font" Target="fonts/font7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</a:t>
            </a:r>
            <a:r>
              <a:rPr lang="en-US" dirty="0"/>
              <a:t>16</a:t>
            </a:r>
            <a:endParaRPr lang="en-US" b="1" dirty="0">
              <a:latin typeface="Acumin Pro Condensed Semibold" panose="020B0506020202020204" pitchFamily="34" charset="7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12/15/2025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This week’s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PCB Regeneration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Creation of Drill Files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Communication with JLCPCB 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Case Study on Data Options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(1) Local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(2) Cloud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(3) Hybrid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Item 3?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Item 4?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2/7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59AD80-6FC7-8C62-920C-848E8AE51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PCB Regeneration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114652E-DDA4-65A6-F0C1-BF80F199B159}"/>
              </a:ext>
            </a:extLst>
          </p:cNvPr>
          <p:cNvSpPr txBox="1">
            <a:spLocks/>
          </p:cNvSpPr>
          <p:nvPr/>
        </p:nvSpPr>
        <p:spPr>
          <a:xfrm>
            <a:off x="351065" y="1543324"/>
            <a:ext cx="5060384" cy="4390338"/>
          </a:xfrm>
          <a:prstGeom prst="rect">
            <a:avLst/>
          </a:prstGeom>
        </p:spPr>
        <p:txBody>
          <a:bodyPr vert="horz" lIns="91440" tIns="45720" rIns="91440" bIns="45720" numCol="1" rtlCol="0">
            <a:normAutofit/>
          </a:bodyPr>
          <a:lstStyle>
            <a:lvl1pPr marL="0" indent="0" algn="l" defTabSz="685800" rtl="0" eaLnBrk="1" fontAlgn="t" latinLnBrk="0" hangingPunct="1">
              <a:lnSpc>
                <a:spcPct val="90000"/>
              </a:lnSpc>
              <a:spcBef>
                <a:spcPts val="750"/>
              </a:spcBef>
              <a:buFontTx/>
              <a:buNone/>
              <a:defRPr sz="1800" b="0" i="0" kern="1200" baseline="0">
                <a:solidFill>
                  <a:schemeClr val="tx1"/>
                </a:solidFill>
                <a:latin typeface="Acumin Pro" panose="020B0504020202020204" pitchFamily="34" charset="77"/>
                <a:ea typeface="+mn-ea"/>
                <a:cs typeface="+mn-cs"/>
              </a:defRPr>
            </a:lvl1pPr>
            <a:lvl2pPr marL="3429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buFont typeface="Wingdings" pitchFamily="2" charset="2"/>
              <a:buChar char="§"/>
            </a:pPr>
            <a:r>
              <a:rPr lang="en-US" dirty="0"/>
              <a:t>Contacted JLCPCB to Inquire why drill files were missing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1CE77C-B557-29CE-8766-6DCFD90975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b="1" i="0" kern="1200" baseline="0" dirty="0">
                <a:latin typeface="Acumin Pro Condensed Semibold" panose="020B0506020202020204" pitchFamily="34" charset="77"/>
                <a:ea typeface="+mn-ea"/>
                <a:cs typeface="+mn-cs"/>
              </a:rPr>
              <a:t>Creation of Drill Files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A153D-D7AD-6A3B-E470-4D831348286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kern="1200">
                <a:latin typeface="Acumin Pro" panose="020B0504020202020204" pitchFamily="34" charset="77"/>
                <a:ea typeface="+mn-ea"/>
                <a:cs typeface="+mn-cs"/>
              </a:rPr>
              <a:t>3/7</a:t>
            </a:r>
          </a:p>
        </p:txBody>
      </p:sp>
    </p:spTree>
    <p:extLst>
      <p:ext uri="{BB962C8B-B14F-4D97-AF65-F5344CB8AC3E}">
        <p14:creationId xmlns:p14="http://schemas.microsoft.com/office/powerpoint/2010/main" val="21245721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A409-AB18-06B1-4EEC-042818C9C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0BC7BA7-1584-B6E7-9A59-806C6D4B0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PCB Regeneration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91D243B-66F0-4A23-4D29-BBDAD005FF86}"/>
              </a:ext>
            </a:extLst>
          </p:cNvPr>
          <p:cNvSpPr txBox="1">
            <a:spLocks/>
          </p:cNvSpPr>
          <p:nvPr/>
        </p:nvSpPr>
        <p:spPr>
          <a:xfrm>
            <a:off x="351065" y="1543324"/>
            <a:ext cx="5060384" cy="4390338"/>
          </a:xfrm>
          <a:prstGeom prst="rect">
            <a:avLst/>
          </a:prstGeom>
        </p:spPr>
        <p:txBody>
          <a:bodyPr vert="horz" lIns="91440" tIns="45720" rIns="91440" bIns="45720" numCol="1" rtlCol="0">
            <a:normAutofit/>
          </a:bodyPr>
          <a:lstStyle>
            <a:lvl1pPr marL="0" indent="0" algn="l" defTabSz="685800" rtl="0" eaLnBrk="1" fontAlgn="t" latinLnBrk="0" hangingPunct="1">
              <a:lnSpc>
                <a:spcPct val="90000"/>
              </a:lnSpc>
              <a:spcBef>
                <a:spcPts val="750"/>
              </a:spcBef>
              <a:buFontTx/>
              <a:buNone/>
              <a:defRPr sz="1800" b="0" i="0" kern="1200" baseline="0">
                <a:solidFill>
                  <a:schemeClr val="tx1"/>
                </a:solidFill>
                <a:latin typeface="Acumin Pro" panose="020B0504020202020204" pitchFamily="34" charset="77"/>
                <a:ea typeface="+mn-ea"/>
                <a:cs typeface="+mn-cs"/>
              </a:defRPr>
            </a:lvl1pPr>
            <a:lvl2pPr marL="3429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buFont typeface="Wingdings" pitchFamily="2" charset="2"/>
              <a:buChar char="§"/>
            </a:pPr>
            <a:r>
              <a:rPr lang="en-US" dirty="0"/>
              <a:t>Contacted JLCPCB to Inquire why drill files were missing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44B8B3A-93A7-6DCB-43FF-C70AB726DF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b="1" i="0" kern="1200" baseline="0" dirty="0">
                <a:latin typeface="Acumin Pro Condensed Semibold" panose="020B0506020202020204" pitchFamily="34" charset="77"/>
                <a:ea typeface="+mn-ea"/>
                <a:cs typeface="+mn-cs"/>
              </a:rPr>
              <a:t>Communication with JLCPCB service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722A5D-7065-F149-51BD-08CED5681D4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dirty="0"/>
              <a:t>4</a:t>
            </a:r>
            <a:r>
              <a:rPr lang="en-US" kern="1200" dirty="0">
                <a:latin typeface="Acumin Pro" panose="020B0504020202020204" pitchFamily="34" charset="77"/>
                <a:ea typeface="+mn-ea"/>
                <a:cs typeface="+mn-cs"/>
              </a:rPr>
              <a:t>/7</a:t>
            </a:r>
          </a:p>
        </p:txBody>
      </p:sp>
    </p:spTree>
    <p:extLst>
      <p:ext uri="{BB962C8B-B14F-4D97-AF65-F5344CB8AC3E}">
        <p14:creationId xmlns:p14="http://schemas.microsoft.com/office/powerpoint/2010/main" val="2090109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708BA-A9D8-B5B4-808D-446D71B7A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008252B-0F18-06B9-BE12-3E365C62A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Case Study on Data Options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56204028-B979-BAB7-FB1E-75E83E1E9A86}"/>
              </a:ext>
            </a:extLst>
          </p:cNvPr>
          <p:cNvSpPr txBox="1">
            <a:spLocks/>
          </p:cNvSpPr>
          <p:nvPr/>
        </p:nvSpPr>
        <p:spPr>
          <a:xfrm>
            <a:off x="351065" y="1543324"/>
            <a:ext cx="5060384" cy="4390338"/>
          </a:xfrm>
          <a:prstGeom prst="rect">
            <a:avLst/>
          </a:prstGeom>
        </p:spPr>
        <p:txBody>
          <a:bodyPr vert="horz" lIns="91440" tIns="45720" rIns="91440" bIns="45720" numCol="1" rtlCol="0">
            <a:normAutofit/>
          </a:bodyPr>
          <a:lstStyle>
            <a:lvl1pPr marL="0" indent="0" algn="l" defTabSz="685800" rtl="0" eaLnBrk="1" fontAlgn="t" latinLnBrk="0" hangingPunct="1">
              <a:lnSpc>
                <a:spcPct val="90000"/>
              </a:lnSpc>
              <a:spcBef>
                <a:spcPts val="750"/>
              </a:spcBef>
              <a:buFontTx/>
              <a:buNone/>
              <a:defRPr sz="1800" b="0" i="0" kern="1200" baseline="0">
                <a:solidFill>
                  <a:schemeClr val="tx1"/>
                </a:solidFill>
                <a:latin typeface="Acumin Pro" panose="020B0504020202020204" pitchFamily="34" charset="77"/>
                <a:ea typeface="+mn-ea"/>
                <a:cs typeface="+mn-cs"/>
              </a:defRPr>
            </a:lvl1pPr>
            <a:lvl2pPr marL="3429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Preferred Method of Data Transfer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8DB951D-548B-BAA4-FE51-3A6C137182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b="1" i="0" kern="1200" baseline="0" dirty="0">
                <a:latin typeface="Acumin Pro Condensed Semibold" panose="020B0506020202020204" pitchFamily="34" charset="77"/>
                <a:ea typeface="+mn-ea"/>
                <a:cs typeface="+mn-cs"/>
              </a:rPr>
              <a:t>1 (Local)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56527-B378-51F8-6C8C-BD88369DF43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dirty="0"/>
              <a:t>5</a:t>
            </a:r>
            <a:r>
              <a:rPr lang="en-US" kern="1200" dirty="0">
                <a:latin typeface="Acumin Pro" panose="020B0504020202020204" pitchFamily="34" charset="77"/>
                <a:ea typeface="+mn-ea"/>
                <a:cs typeface="+mn-cs"/>
              </a:rPr>
              <a:t>/7</a:t>
            </a:r>
          </a:p>
        </p:txBody>
      </p:sp>
    </p:spTree>
    <p:extLst>
      <p:ext uri="{BB962C8B-B14F-4D97-AF65-F5344CB8AC3E}">
        <p14:creationId xmlns:p14="http://schemas.microsoft.com/office/powerpoint/2010/main" val="9107460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1B29CAD-3B43-3BC0-D2EC-A53874ABB8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Blockers &amp; Next Week’s Work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87380-04A3-DD16-EAB3-0921830BDF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Item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Item 2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Blockers: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Heavy traffic for JLCPCB around this season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D02411-52BC-0A6C-B958-234593BB1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AB307-58AA-C3F2-0BBB-500351B01F7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6/7</a:t>
            </a:r>
          </a:p>
        </p:txBody>
      </p:sp>
    </p:spTree>
    <p:extLst>
      <p:ext uri="{BB962C8B-B14F-4D97-AF65-F5344CB8AC3E}">
        <p14:creationId xmlns:p14="http://schemas.microsoft.com/office/powerpoint/2010/main" val="2574442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Props1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23615</TotalTime>
  <Words>121</Words>
  <Application>Microsoft Office PowerPoint</Application>
  <PresentationFormat>On-screen Show (4:3)</PresentationFormat>
  <Paragraphs>40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8" baseType="lpstr">
      <vt:lpstr>Acumin Pro Medium</vt:lpstr>
      <vt:lpstr>Calibri</vt:lpstr>
      <vt:lpstr>Acumin Pro Condensed Semibold</vt:lpstr>
      <vt:lpstr>Acumin Pro</vt:lpstr>
      <vt:lpstr>Wingdings</vt:lpstr>
      <vt:lpstr>Franklin Gothic Book</vt:lpstr>
      <vt:lpstr>Franklin Gothic Medium</vt:lpstr>
      <vt:lpstr>Arial</vt:lpstr>
      <vt:lpstr>Acumin Pro Semibold</vt:lpstr>
      <vt:lpstr>Franklin Gothic Medium Cond</vt:lpstr>
      <vt:lpstr>Office Theme</vt:lpstr>
      <vt:lpstr>Week 16</vt:lpstr>
      <vt:lpstr>This Week</vt:lpstr>
      <vt:lpstr>PCB Regeneration</vt:lpstr>
      <vt:lpstr>PCB Regeneration</vt:lpstr>
      <vt:lpstr>Case Study on Data Options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58</cp:revision>
  <dcterms:created xsi:type="dcterms:W3CDTF">2023-02-16T02:16:06Z</dcterms:created>
  <dcterms:modified xsi:type="dcterms:W3CDTF">2025-12-11T21:12:11Z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