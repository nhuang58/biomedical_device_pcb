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0"/>
  </p:notesMasterIdLst>
  <p:sldIdLst>
    <p:sldId id="267" r:id="rId5"/>
    <p:sldId id="279" r:id="rId6"/>
    <p:sldId id="301" r:id="rId7"/>
    <p:sldId id="299" r:id="rId8"/>
    <p:sldId id="277" r:id="rId9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1"/>
      <p:bold r:id="rId12"/>
      <p:italic r:id="rId13"/>
      <p:boldItalic r:id="rId14"/>
    </p:embeddedFont>
    <p:embeddedFont>
      <p:font typeface="Acumin Pro Medium" panose="020B0604020202020204" pitchFamily="34" charset="77"/>
      <p:regular r:id="rId15"/>
      <p:italic r:id="rId16"/>
    </p:embeddedFont>
    <p:embeddedFont>
      <p:font typeface="Franklin Gothic Book" panose="020B0503020102020204" pitchFamily="34" charset="0"/>
      <p:regular r:id="rId17"/>
      <p:italic r:id="rId18"/>
    </p:embeddedFont>
    <p:embeddedFont>
      <p:font typeface="Franklin Gothic Medium" panose="020B0603020102020204" pitchFamily="34" charset="0"/>
      <p:regular r:id="rId19"/>
      <p:italic r:id="rId20"/>
    </p:embeddedFont>
    <p:embeddedFont>
      <p:font typeface="Franklin Gothic Medium Cond" panose="020B0606030402020204" pitchFamily="3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30"/>
    <p:restoredTop sz="94377"/>
  </p:normalViewPr>
  <p:slideViewPr>
    <p:cSldViewPr snapToGrid="0">
      <p:cViewPr varScale="1">
        <p:scale>
          <a:sx n="107" d="100"/>
          <a:sy n="107" d="100"/>
        </p:scale>
        <p:origin x="776" y="168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5D88-A255-52C6-2FDC-9B0AEF5C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0B72A-C76C-40CC-3228-A2947D3C2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D5DC2-2078-8017-324F-BAF219465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CB2B-E8AE-EE2F-5C11-E60A6EC08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10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03/09/26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Appointment with DL-Engineering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Layout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Design Changes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8887FD-2463-369E-3167-A0FF270342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Appointment with DL-Engineering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91D57-94E0-1B2A-E7C8-7C571A089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Meeting today at 2:30 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Underlying questions: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Assembled with BOM or bare board?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Number of PCBs assembled?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345B1A-636C-1481-71F3-53DF425F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0A7C-6969-1377-964B-2F562EBF06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90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EE2C-E869-EFCD-766A-B2EE7BAD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672C57-F465-3B96-B3BD-325579624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Plans &amp; Blockers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571E8-BE29-703B-B58C-A63EE3C73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Because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Contact DL-Engineering to establish a timeframe for the final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79CA14-A166-E4A5-0FF4-AEC5C28F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E36D6-5529-D593-8824-84A72BC8A3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>
              <a:spcAft>
                <a:spcPts val="600"/>
              </a:spcAft>
            </a:pPr>
            <a:r>
              <a:rPr lang="en-US" dirty="0"/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301164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28186</TotalTime>
  <Words>83</Words>
  <Application>Microsoft Macintosh PowerPoint</Application>
  <PresentationFormat>On-screen Show (4:3)</PresentationFormat>
  <Paragraphs>36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Calibri</vt:lpstr>
      <vt:lpstr>Acumin Pro Condensed Semibold</vt:lpstr>
      <vt:lpstr>Franklin Gothic Book</vt:lpstr>
      <vt:lpstr>Franklin Gothic Medium Cond</vt:lpstr>
      <vt:lpstr>Acumin Pro Medium</vt:lpstr>
      <vt:lpstr>Wingdings</vt:lpstr>
      <vt:lpstr>Franklin Gothic Medium</vt:lpstr>
      <vt:lpstr>Acumin Pro</vt:lpstr>
      <vt:lpstr>Arial</vt:lpstr>
      <vt:lpstr>Acumin Pro Semibold</vt:lpstr>
      <vt:lpstr>Office Theme</vt:lpstr>
      <vt:lpstr>Week 10</vt:lpstr>
      <vt:lpstr>This Week</vt:lpstr>
      <vt:lpstr>PCB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90</cp:revision>
  <cp:lastPrinted>2026-03-02T17:54:29Z</cp:lastPrinted>
  <dcterms:created xsi:type="dcterms:W3CDTF">2023-02-16T02:16:06Z</dcterms:created>
  <dcterms:modified xsi:type="dcterms:W3CDTF">2026-03-09T14:29:38Z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