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2"/>
  </p:notesMasterIdLst>
  <p:sldIdLst>
    <p:sldId id="267" r:id="rId5"/>
    <p:sldId id="279" r:id="rId6"/>
    <p:sldId id="300" r:id="rId7"/>
    <p:sldId id="301" r:id="rId8"/>
    <p:sldId id="302" r:id="rId9"/>
    <p:sldId id="299" r:id="rId10"/>
    <p:sldId id="277" r:id="rId11"/>
  </p:sldIdLst>
  <p:sldSz cx="9144000" cy="6858000" type="screen4x3"/>
  <p:notesSz cx="6858000" cy="9144000"/>
  <p:embeddedFontLst>
    <p:embeddedFont>
      <p:font typeface="Acumin Pro Condensed Semibold" panose="020B0706020202020204" pitchFamily="34" charset="77"/>
      <p:regular r:id="rId13"/>
      <p:bold r:id="rId14"/>
      <p:italic r:id="rId15"/>
      <p:boldItalic r:id="rId16"/>
    </p:embeddedFont>
    <p:embeddedFont>
      <p:font typeface="Acumin Pro Medium" panose="020B0604020202020204" pitchFamily="34" charset="77"/>
      <p:regular r:id="rId17"/>
      <p:italic r:id="rId18"/>
    </p:embeddedFont>
    <p:embeddedFont>
      <p:font typeface="Franklin Gothic Book" panose="020B0503020102020204" pitchFamily="34" charset="0"/>
      <p:regular r:id="rId19"/>
      <p:italic r:id="rId20"/>
    </p:embeddedFont>
    <p:embeddedFont>
      <p:font typeface="Franklin Gothic Medium" panose="020B0603020102020204" pitchFamily="34" charset="0"/>
      <p:regular r:id="rId21"/>
      <p:italic r:id="rId22"/>
    </p:embeddedFont>
    <p:embeddedFont>
      <p:font typeface="Franklin Gothic Medium Cond" panose="020B0606030402020204" pitchFamily="3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354"/>
  </p:normalViewPr>
  <p:slideViewPr>
    <p:cSldViewPr snapToGrid="0">
      <p:cViewPr varScale="1">
        <p:scale>
          <a:sx n="110" d="100"/>
          <a:sy n="110" d="100"/>
        </p:scale>
        <p:origin x="696" y="168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9.fntdata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31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55D88-A255-52C6-2FDC-9B0AEF5C8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C0B72A-C76C-40CC-3228-A2947D3C2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FD5DC2-2078-8017-324F-BAF219465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Sabattical</a:t>
            </a:r>
            <a:r>
              <a:rPr lang="en-US" dirty="0"/>
              <a:t>?</a:t>
            </a:r>
          </a:p>
          <a:p>
            <a:r>
              <a:rPr lang="en-US" dirty="0"/>
              <a:t>Leon Salas Weekly Meetings</a:t>
            </a:r>
          </a:p>
          <a:p>
            <a:r>
              <a:rPr lang="en-US" dirty="0"/>
              <a:t>Meeting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7CB2B-E8AE-EE2F-5C11-E60A6EC088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708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12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03/23/26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Weekly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PCB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NDA signed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IEEE Paper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Finished revision 1 of paper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Agriculture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New errors encountered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2/10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88CD4AE-306E-9007-018F-4322130422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NDA Signed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CF1C0-1C53-A6FD-62DA-524542B0FB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Meeting this week with Eric Biel (From </a:t>
            </a:r>
            <a:r>
              <a:rPr lang="en-US" dirty="0" err="1"/>
              <a:t>Powercast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August revision of device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5DAACE2-88CC-E9D3-3284-B45666641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7B7B5-4EF3-EBA0-CD83-707A45EBEDE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3715A2-D649-F754-48DD-5C44879A1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6244" y="1640968"/>
            <a:ext cx="3442274" cy="445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851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5F6F6E-988F-D9D5-DF7B-4B45B0494B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Finished Revision 1 of paper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C57C8-3C54-6A7D-A9EE-4DACFF5D46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4AB0CDA-E40C-3449-B813-08B717122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 Paper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90152-BF7B-6046-9EC3-B9F986CF714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200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F8EBCC-DFE4-3275-5F84-1C2DA0FA29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New errors encountered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5F962-DB64-2DB3-7983-B70B14D2D1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collection at 10 Hz seems to malfunction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Likely software issue within JavaScript code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Have to do further analysis into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4B20C8A-55E0-232F-6521-B167B1C79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Agriculture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EDDD9-C760-1F65-EAED-157982A6411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685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3EE2C-E869-EFCD-766A-B2EE7BADA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672C57-F465-3B96-B3BD-325579624C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Plans &amp; Blockers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571E8-BE29-703B-B58C-A63EE3C73F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Meet with </a:t>
            </a:r>
            <a:r>
              <a:rPr lang="en-US" dirty="0" err="1"/>
              <a:t>Powercast</a:t>
            </a: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See if circuitry can be supplanted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Meet with </a:t>
            </a:r>
            <a:r>
              <a:rPr lang="en-US" dirty="0" err="1"/>
              <a:t>Omosalewa</a:t>
            </a:r>
            <a:r>
              <a:rPr lang="en-US" dirty="0"/>
              <a:t> to create cables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79CA14-A166-E4A5-0FF4-AEC5C28F3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E36D6-5529-D593-8824-84A72BC8A3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>
              <a:spcAft>
                <a:spcPts val="600"/>
              </a:spcAft>
            </a:pPr>
            <a:r>
              <a:rPr lang="en-US" dirty="0"/>
              <a:t>9/10</a:t>
            </a:r>
          </a:p>
        </p:txBody>
      </p:sp>
    </p:spTree>
    <p:extLst>
      <p:ext uri="{BB962C8B-B14F-4D97-AF65-F5344CB8AC3E}">
        <p14:creationId xmlns:p14="http://schemas.microsoft.com/office/powerpoint/2010/main" val="301164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Props1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DE0D6C-581B-4814-98E7-EF172D5D46A1}">
  <ds:schemaRefs>
    <ds:schemaRef ds:uri="http://purl.org/dc/elements/1.1/"/>
    <ds:schemaRef ds:uri="http://schemas.microsoft.com/office/2006/documentManagement/types"/>
    <ds:schemaRef ds:uri="d6656b4d-3fa0-4709-acfb-d5e813445d1e"/>
    <ds:schemaRef ds:uri="http://purl.org/dc/terms/"/>
    <ds:schemaRef ds:uri="http://schemas.microsoft.com/office/infopath/2007/PartnerControls"/>
    <ds:schemaRef ds:uri="37af3f4b-4b66-46f9-8456-831d9bc3e737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29315</TotalTime>
  <Words>122</Words>
  <Application>Microsoft Macintosh PowerPoint</Application>
  <PresentationFormat>On-screen Show (4:3)</PresentationFormat>
  <Paragraphs>45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Wingdings</vt:lpstr>
      <vt:lpstr>Franklin Gothic Medium</vt:lpstr>
      <vt:lpstr>Acumin Pro</vt:lpstr>
      <vt:lpstr>Acumin Pro Semibold</vt:lpstr>
      <vt:lpstr>Arial</vt:lpstr>
      <vt:lpstr>Calibri</vt:lpstr>
      <vt:lpstr>Acumin Pro Condensed Semibold</vt:lpstr>
      <vt:lpstr>Franklin Gothic Book</vt:lpstr>
      <vt:lpstr>Franklin Gothic Medium Cond</vt:lpstr>
      <vt:lpstr>Acumin Pro Medium</vt:lpstr>
      <vt:lpstr>Office Theme</vt:lpstr>
      <vt:lpstr>Week 12</vt:lpstr>
      <vt:lpstr>This Week</vt:lpstr>
      <vt:lpstr>PCB Updates</vt:lpstr>
      <vt:lpstr>IEEE Paper</vt:lpstr>
      <vt:lpstr>Agriculture Updates</vt:lpstr>
      <vt:lpstr>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95</cp:revision>
  <cp:lastPrinted>2026-03-16T15:54:59Z</cp:lastPrinted>
  <dcterms:created xsi:type="dcterms:W3CDTF">2023-02-16T02:16:06Z</dcterms:created>
  <dcterms:modified xsi:type="dcterms:W3CDTF">2026-03-23T16:35:30Z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