
<file path=[Content_Types].xml><?xml version="1.0" encoding="utf-8"?>
<Types xmlns="http://schemas.openxmlformats.org/package/2006/content-types">
  <Default Extension="emf" ContentType="image/x-emf"/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 autoCompressPictures="0">
  <p:sldMasterIdLst>
    <p:sldMasterId id="2147483648" r:id="rId4"/>
  </p:sldMasterIdLst>
  <p:notesMasterIdLst>
    <p:notesMasterId r:id="rId17"/>
  </p:notesMasterIdLst>
  <p:sldIdLst>
    <p:sldId id="267" r:id="rId5"/>
    <p:sldId id="279" r:id="rId6"/>
    <p:sldId id="306" r:id="rId7"/>
    <p:sldId id="300" r:id="rId8"/>
    <p:sldId id="301" r:id="rId9"/>
    <p:sldId id="302" r:id="rId10"/>
    <p:sldId id="303" r:id="rId11"/>
    <p:sldId id="307" r:id="rId12"/>
    <p:sldId id="304" r:id="rId13"/>
    <p:sldId id="305" r:id="rId14"/>
    <p:sldId id="299" r:id="rId15"/>
    <p:sldId id="277" r:id="rId16"/>
  </p:sldIdLst>
  <p:sldSz cx="9144000" cy="6858000" type="screen4x3"/>
  <p:notesSz cx="6858000" cy="9144000"/>
  <p:embeddedFontLst>
    <p:embeddedFont>
      <p:font typeface="Acumin Pro Condensed Semibold" panose="020B0706020202020204"/>
      <p:regular r:id="rId18"/>
      <p:bold r:id="rId19"/>
      <p:italic r:id="rId20"/>
      <p:boldItalic r:id="rId21"/>
    </p:embeddedFont>
    <p:embeddedFont>
      <p:font typeface="Acumin Pro Medium" panose="020B0604020202020204" pitchFamily="34" charset="77"/>
      <p:regular r:id="rId22"/>
      <p:italic r:id="rId23"/>
    </p:embeddedFont>
    <p:embeddedFont>
      <p:font typeface="Franklin Gothic Book" panose="020B0503020102020204" pitchFamily="34" charset="0"/>
      <p:regular r:id="rId24"/>
      <p:italic r:id="rId25"/>
    </p:embeddedFont>
    <p:embeddedFont>
      <p:font typeface="Franklin Gothic Medium" panose="020B0603020102020204" pitchFamily="34" charset="0"/>
      <p:regular r:id="rId26"/>
      <p:italic r:id="rId27"/>
    </p:embeddedFont>
    <p:embeddedFont>
      <p:font typeface="Franklin Gothic Medium Cond" panose="020B0606030402020204" pitchFamily="34" charset="0"/>
      <p:regular r:id="rId28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080" userDrawn="1">
          <p15:clr>
            <a:srgbClr val="A4A3A4"/>
          </p15:clr>
        </p15:guide>
        <p15:guide id="2" pos="234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A26CE219-6CB4-4D82-2315-C217F06FFCCD}" name="Hiller, Kelly R" initials="HKR" userId="S::khiller@purdue.edu::b25b1487-7f5e-4b7f-a0b2-f8bcb0b1ea5a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FB991"/>
    <a:srgbClr val="DDB945"/>
    <a:srgbClr val="EBD99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4130"/>
    <p:restoredTop sz="94402"/>
  </p:normalViewPr>
  <p:slideViewPr>
    <p:cSldViewPr snapToGrid="0">
      <p:cViewPr varScale="1">
        <p:scale>
          <a:sx n="107" d="100"/>
          <a:sy n="107" d="100"/>
        </p:scale>
        <p:origin x="776" y="184"/>
      </p:cViewPr>
      <p:guideLst>
        <p:guide orient="horz" pos="1080"/>
        <p:guide pos="234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font" Target="fonts/font1.fntdata"/><Relationship Id="rId26" Type="http://schemas.openxmlformats.org/officeDocument/2006/relationships/font" Target="fonts/font9.fntdata"/><Relationship Id="rId3" Type="http://schemas.openxmlformats.org/officeDocument/2006/relationships/customXml" Target="../customXml/item3.xml"/><Relationship Id="rId21" Type="http://schemas.openxmlformats.org/officeDocument/2006/relationships/font" Target="fonts/font4.fntdata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notesMaster" Target="notesMasters/notesMaster1.xml"/><Relationship Id="rId25" Type="http://schemas.openxmlformats.org/officeDocument/2006/relationships/font" Target="fonts/font8.fntdata"/><Relationship Id="rId33" Type="http://schemas.microsoft.com/office/2018/10/relationships/authors" Target="author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font" Target="fonts/font3.fntdata"/><Relationship Id="rId29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font" Target="fonts/font7.fntdata"/><Relationship Id="rId32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font" Target="fonts/font6.fntdata"/><Relationship Id="rId28" Type="http://schemas.openxmlformats.org/officeDocument/2006/relationships/font" Target="fonts/font11.fntdata"/><Relationship Id="rId10" Type="http://schemas.openxmlformats.org/officeDocument/2006/relationships/slide" Target="slides/slide6.xml"/><Relationship Id="rId19" Type="http://schemas.openxmlformats.org/officeDocument/2006/relationships/font" Target="fonts/font2.fntdata"/><Relationship Id="rId31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font" Target="fonts/font5.fntdata"/><Relationship Id="rId27" Type="http://schemas.openxmlformats.org/officeDocument/2006/relationships/font" Target="fonts/font10.fntdata"/><Relationship Id="rId30" Type="http://schemas.openxmlformats.org/officeDocument/2006/relationships/viewProps" Target="viewProps.xml"/><Relationship Id="rId8" Type="http://schemas.openxmlformats.org/officeDocument/2006/relationships/slide" Target="slides/slide4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1926CF7-48D8-2F46-AFC8-8A5D2298DFDD}" type="datetimeFigureOut">
              <a:rPr lang="en-US" smtClean="0"/>
              <a:t>2/6/26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37BF745-0557-B241-863F-056113C703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56743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7BF745-0557-B241-863F-056113C7032A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233161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7BF745-0557-B241-863F-056113C7032A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063106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6B3CBF-71DE-8F99-F7EC-E14162632A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67A03D4-A08F-E5DA-7FD4-987F18FF761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AF27A1E-9330-C5D9-9863-B1BFD5AB331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Sabattical</a:t>
            </a:r>
            <a:r>
              <a:rPr lang="en-US" dirty="0"/>
              <a:t>?</a:t>
            </a:r>
          </a:p>
          <a:p>
            <a:r>
              <a:rPr lang="en-US" dirty="0"/>
              <a:t>Leon Salas Weekly Meetings</a:t>
            </a:r>
          </a:p>
          <a:p>
            <a:r>
              <a:rPr lang="en-US" dirty="0"/>
              <a:t>Meeting Time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332A95C-F2DE-C6B4-112D-F3C040649A4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7BF745-0557-B241-863F-056113C7032A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639935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49B806-DBA4-B13C-8D0A-83837593F8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D8C370E-124E-C84F-445B-9EA4077AAFE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E19D1F3-B2F7-F106-D88B-8580A361A2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Sabattical</a:t>
            </a:r>
            <a:r>
              <a:rPr lang="en-US" dirty="0"/>
              <a:t>?</a:t>
            </a:r>
          </a:p>
          <a:p>
            <a:r>
              <a:rPr lang="en-US" dirty="0"/>
              <a:t>Leon Salas Weekly Meetings</a:t>
            </a:r>
          </a:p>
          <a:p>
            <a:r>
              <a:rPr lang="en-US" dirty="0"/>
              <a:t>Meeting Time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69289D-EAEB-5E66-B9D5-5CC447BBF82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7BF745-0557-B241-863F-056113C7032A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528576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ECFFF1-9215-6EA4-2132-390FDEE5C3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3D3B566-8B27-D175-B212-B341C220F94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44C4ACC-F669-4F75-F1FC-D9570EDDC50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Sabattical</a:t>
            </a:r>
            <a:r>
              <a:rPr lang="en-US" dirty="0"/>
              <a:t>?</a:t>
            </a:r>
          </a:p>
          <a:p>
            <a:r>
              <a:rPr lang="en-US" dirty="0"/>
              <a:t>Leon Salas Weekly Meetings</a:t>
            </a:r>
          </a:p>
          <a:p>
            <a:r>
              <a:rPr lang="en-US" dirty="0"/>
              <a:t>Meeting Time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CD00AF4-3578-34A1-3B14-5D522538BB0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7BF745-0557-B241-863F-056113C7032A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798230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7009A0-B150-12C5-EC06-482C6C287E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F25224A-0DF9-F111-0668-1317D2CE0E8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69F2AD4-CD5B-640B-55DB-36B946DFC2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Sabattical</a:t>
            </a:r>
            <a:r>
              <a:rPr lang="en-US" dirty="0"/>
              <a:t>?</a:t>
            </a:r>
          </a:p>
          <a:p>
            <a:r>
              <a:rPr lang="en-US" dirty="0"/>
              <a:t>Leon Salas Weekly Meetings</a:t>
            </a:r>
          </a:p>
          <a:p>
            <a:r>
              <a:rPr lang="en-US" dirty="0"/>
              <a:t>Meeting Time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FABB800-281F-601E-1DF8-48FFCCF66B6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7BF745-0557-B241-863F-056113C7032A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474050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C87682-D270-41B3-1C7C-D66BED1CFB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5FFF2DD-050B-AE1F-1EB6-1D542973A58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9B30F63-7900-48A2-1434-9B71088D64A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Sabattical</a:t>
            </a:r>
            <a:r>
              <a:rPr lang="en-US" dirty="0"/>
              <a:t>?</a:t>
            </a:r>
          </a:p>
          <a:p>
            <a:r>
              <a:rPr lang="en-US" dirty="0"/>
              <a:t>Leon Salas Weekly Meetings</a:t>
            </a:r>
          </a:p>
          <a:p>
            <a:r>
              <a:rPr lang="en-US" dirty="0"/>
              <a:t>Meeting Time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42B2F58-01C0-09C6-BE7D-2AEF4E32D7D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7BF745-0557-B241-863F-056113C7032A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539634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DEAA03-2623-A8DB-2EE0-668C51C0ED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27BB1CA-FEFE-9C20-1917-F6C66D78680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5E759C9-A3CF-A21E-72E2-03F4C3BCDA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Sabattical</a:t>
            </a:r>
            <a:r>
              <a:rPr lang="en-US" dirty="0"/>
              <a:t>?</a:t>
            </a:r>
          </a:p>
          <a:p>
            <a:r>
              <a:rPr lang="en-US" dirty="0"/>
              <a:t>Leon Salas Weekly Meetings</a:t>
            </a:r>
          </a:p>
          <a:p>
            <a:r>
              <a:rPr lang="en-US" dirty="0"/>
              <a:t>Meeting Time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9AA8FA5-209F-4D1C-51C3-DB73630E22C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7BF745-0557-B241-863F-056113C7032A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448396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28A2C8-3150-8396-B721-9845C031B2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9E6239F-97BC-9653-7690-DC81F568776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F7C5057-86B3-C20C-7AA3-95557BCAC0E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Sabattical</a:t>
            </a:r>
            <a:r>
              <a:rPr lang="en-US" dirty="0"/>
              <a:t>?</a:t>
            </a:r>
          </a:p>
          <a:p>
            <a:r>
              <a:rPr lang="en-US" dirty="0"/>
              <a:t>Leon Salas Weekly Meetings</a:t>
            </a:r>
          </a:p>
          <a:p>
            <a:r>
              <a:rPr lang="en-US" dirty="0"/>
              <a:t>Meeting Time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6FD64E0-AC4A-7E35-BE32-79AEB31E0E0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7BF745-0557-B241-863F-056113C7032A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108887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C55D88-A255-52C6-2FDC-9B0AEF5C83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1C0B72A-C76C-40CC-3228-A2947D3C24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CFD5DC2-2078-8017-324F-BAF219465C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Sabattical</a:t>
            </a:r>
            <a:r>
              <a:rPr lang="en-US" dirty="0"/>
              <a:t>?</a:t>
            </a:r>
          </a:p>
          <a:p>
            <a:r>
              <a:rPr lang="en-US" dirty="0"/>
              <a:t>Leon Salas Weekly Meetings</a:t>
            </a:r>
          </a:p>
          <a:p>
            <a:r>
              <a:rPr lang="en-US" dirty="0"/>
              <a:t>Meeting Time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57CB2B-E8AE-EE2F-5C11-E60A6EC088E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7BF745-0557-B241-863F-056113C7032A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670880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- Blac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982BBC47-D7E9-E849-BE67-7366DB40877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56134" y="5839622"/>
            <a:ext cx="4062047" cy="430099"/>
          </a:xfrm>
          <a:prstGeom prst="rect">
            <a:avLst/>
          </a:prstGeom>
        </p:spPr>
      </p:pic>
      <p:pic>
        <p:nvPicPr>
          <p:cNvPr id="2" name="Black Triangle">
            <a:extLst>
              <a:ext uri="{FF2B5EF4-FFF2-40B4-BE49-F238E27FC236}">
                <a16:creationId xmlns:a16="http://schemas.microsoft.com/office/drawing/2014/main" id="{E6FF8326-7C7F-B6EE-5081-7AD19B61BF99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467600" y="0"/>
            <a:ext cx="1676400" cy="6858000"/>
          </a:xfrm>
          <a:prstGeom prst="rect">
            <a:avLst/>
          </a:prstGeom>
          <a:noFill/>
        </p:spPr>
      </p:pic>
      <p:sp>
        <p:nvSpPr>
          <p:cNvPr id="6" name="Triangle 5">
            <a:extLst>
              <a:ext uri="{FF2B5EF4-FFF2-40B4-BE49-F238E27FC236}">
                <a16:creationId xmlns:a16="http://schemas.microsoft.com/office/drawing/2014/main" id="{47BD40D6-A6F9-8B8C-560F-0C7A97097E8F}"/>
              </a:ext>
            </a:extLst>
          </p:cNvPr>
          <p:cNvSpPr/>
          <p:nvPr userDrawn="1"/>
        </p:nvSpPr>
        <p:spPr>
          <a:xfrm>
            <a:off x="7466030" y="-9439"/>
            <a:ext cx="1685041" cy="6867440"/>
          </a:xfrm>
          <a:custGeom>
            <a:avLst/>
            <a:gdLst>
              <a:gd name="connsiteX0" fmla="*/ 0 w 2243579"/>
              <a:gd name="connsiteY0" fmla="*/ 0 h 6881568"/>
              <a:gd name="connsiteX1" fmla="*/ 2243579 w 2243579"/>
              <a:gd name="connsiteY1" fmla="*/ 0 h 6881568"/>
              <a:gd name="connsiteX2" fmla="*/ 2243579 w 2243579"/>
              <a:gd name="connsiteY2" fmla="*/ 6881568 h 6881568"/>
              <a:gd name="connsiteX3" fmla="*/ 0 w 2243579"/>
              <a:gd name="connsiteY3" fmla="*/ 6881568 h 6881568"/>
              <a:gd name="connsiteX4" fmla="*/ 0 w 2243579"/>
              <a:gd name="connsiteY4" fmla="*/ 0 h 6881568"/>
              <a:gd name="connsiteX0" fmla="*/ 1300899 w 2243579"/>
              <a:gd name="connsiteY0" fmla="*/ 565608 h 6881568"/>
              <a:gd name="connsiteX1" fmla="*/ 2243579 w 2243579"/>
              <a:gd name="connsiteY1" fmla="*/ 0 h 6881568"/>
              <a:gd name="connsiteX2" fmla="*/ 2243579 w 2243579"/>
              <a:gd name="connsiteY2" fmla="*/ 6881568 h 6881568"/>
              <a:gd name="connsiteX3" fmla="*/ 0 w 2243579"/>
              <a:gd name="connsiteY3" fmla="*/ 6881568 h 6881568"/>
              <a:gd name="connsiteX4" fmla="*/ 1300899 w 2243579"/>
              <a:gd name="connsiteY4" fmla="*/ 565608 h 6881568"/>
              <a:gd name="connsiteX0" fmla="*/ 1602557 w 2243579"/>
              <a:gd name="connsiteY0" fmla="*/ 18854 h 6881568"/>
              <a:gd name="connsiteX1" fmla="*/ 2243579 w 2243579"/>
              <a:gd name="connsiteY1" fmla="*/ 0 h 6881568"/>
              <a:gd name="connsiteX2" fmla="*/ 2243579 w 2243579"/>
              <a:gd name="connsiteY2" fmla="*/ 6881568 h 6881568"/>
              <a:gd name="connsiteX3" fmla="*/ 0 w 2243579"/>
              <a:gd name="connsiteY3" fmla="*/ 6881568 h 6881568"/>
              <a:gd name="connsiteX4" fmla="*/ 1602557 w 2243579"/>
              <a:gd name="connsiteY4" fmla="*/ 18854 h 6881568"/>
              <a:gd name="connsiteX0" fmla="*/ 1319753 w 1960775"/>
              <a:gd name="connsiteY0" fmla="*/ 18854 h 6881568"/>
              <a:gd name="connsiteX1" fmla="*/ 1960775 w 1960775"/>
              <a:gd name="connsiteY1" fmla="*/ 0 h 6881568"/>
              <a:gd name="connsiteX2" fmla="*/ 1960775 w 1960775"/>
              <a:gd name="connsiteY2" fmla="*/ 6881568 h 6881568"/>
              <a:gd name="connsiteX3" fmla="*/ 0 w 1960775"/>
              <a:gd name="connsiteY3" fmla="*/ 6806154 h 6881568"/>
              <a:gd name="connsiteX4" fmla="*/ 1319753 w 1960775"/>
              <a:gd name="connsiteY4" fmla="*/ 18854 h 6881568"/>
              <a:gd name="connsiteX0" fmla="*/ 1593130 w 2234152"/>
              <a:gd name="connsiteY0" fmla="*/ 18854 h 6881569"/>
              <a:gd name="connsiteX1" fmla="*/ 2234152 w 2234152"/>
              <a:gd name="connsiteY1" fmla="*/ 0 h 6881569"/>
              <a:gd name="connsiteX2" fmla="*/ 2234152 w 2234152"/>
              <a:gd name="connsiteY2" fmla="*/ 6881568 h 6881569"/>
              <a:gd name="connsiteX3" fmla="*/ 0 w 2234152"/>
              <a:gd name="connsiteY3" fmla="*/ 6881569 h 6881569"/>
              <a:gd name="connsiteX4" fmla="*/ 1593130 w 2234152"/>
              <a:gd name="connsiteY4" fmla="*/ 18854 h 6881569"/>
              <a:gd name="connsiteX0" fmla="*/ 1583717 w 2234152"/>
              <a:gd name="connsiteY0" fmla="*/ 9420 h 6881569"/>
              <a:gd name="connsiteX1" fmla="*/ 2234152 w 2234152"/>
              <a:gd name="connsiteY1" fmla="*/ 0 h 6881569"/>
              <a:gd name="connsiteX2" fmla="*/ 2234152 w 2234152"/>
              <a:gd name="connsiteY2" fmla="*/ 6881568 h 6881569"/>
              <a:gd name="connsiteX3" fmla="*/ 0 w 2234152"/>
              <a:gd name="connsiteY3" fmla="*/ 6881569 h 6881569"/>
              <a:gd name="connsiteX4" fmla="*/ 1583717 w 2234152"/>
              <a:gd name="connsiteY4" fmla="*/ 9420 h 6881569"/>
              <a:gd name="connsiteX0" fmla="*/ 1583717 w 2243566"/>
              <a:gd name="connsiteY0" fmla="*/ 0 h 6872149"/>
              <a:gd name="connsiteX1" fmla="*/ 2243566 w 2243566"/>
              <a:gd name="connsiteY1" fmla="*/ 12 h 6872149"/>
              <a:gd name="connsiteX2" fmla="*/ 2234152 w 2243566"/>
              <a:gd name="connsiteY2" fmla="*/ 6872148 h 6872149"/>
              <a:gd name="connsiteX3" fmla="*/ 0 w 2243566"/>
              <a:gd name="connsiteY3" fmla="*/ 6872149 h 6872149"/>
              <a:gd name="connsiteX4" fmla="*/ 1583717 w 2243566"/>
              <a:gd name="connsiteY4" fmla="*/ 0 h 68721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243566" h="6872149">
                <a:moveTo>
                  <a:pt x="1583717" y="0"/>
                </a:moveTo>
                <a:lnTo>
                  <a:pt x="2243566" y="12"/>
                </a:lnTo>
                <a:lnTo>
                  <a:pt x="2234152" y="6872148"/>
                </a:lnTo>
                <a:lnTo>
                  <a:pt x="0" y="6872149"/>
                </a:lnTo>
                <a:lnTo>
                  <a:pt x="1583717" y="0"/>
                </a:lnTo>
                <a:close/>
              </a:path>
            </a:pathLst>
          </a:custGeom>
          <a:solidFill>
            <a:srgbClr val="CFB99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11870E27-202E-F717-3FB6-D69451DF139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67442" y="2077278"/>
            <a:ext cx="7144105" cy="534037"/>
          </a:xfrm>
        </p:spPr>
        <p:txBody>
          <a:bodyPr>
            <a:noAutofit/>
          </a:bodyPr>
          <a:lstStyle>
            <a:lvl1pPr>
              <a:defRPr sz="4400" cap="none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3F3E966E-ACAB-E285-70D0-66AC08DF138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67442" y="2629339"/>
            <a:ext cx="7144105" cy="449263"/>
          </a:xfrm>
        </p:spPr>
        <p:txBody>
          <a:bodyPr>
            <a:noAutofit/>
          </a:bodyPr>
          <a:lstStyle>
            <a:lvl1pPr marL="0" indent="0">
              <a:buFontTx/>
              <a:buNone/>
              <a:defRPr sz="2000" b="0" i="0">
                <a:solidFill>
                  <a:schemeClr val="bg2"/>
                </a:solidFill>
                <a:latin typeface="Acumin Pro Semibold" panose="020B0504020202020204" pitchFamily="34" charset="77"/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3" name="Text Placeholder 8">
            <a:extLst>
              <a:ext uri="{FF2B5EF4-FFF2-40B4-BE49-F238E27FC236}">
                <a16:creationId xmlns:a16="http://schemas.microsoft.com/office/drawing/2014/main" id="{76FFA1BC-72F9-9048-3E39-D300A3A6A52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67442" y="3093720"/>
            <a:ext cx="7144105" cy="449263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1400">
                <a:solidFill>
                  <a:schemeClr val="bg2"/>
                </a:solidFill>
                <a:latin typeface="Acumin Pro" panose="020B0504020202020204" pitchFamily="34" charset="77"/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fld id="{C7124C19-F609-8C4C-8116-78E353E3E672}" type="datetime1">
              <a:rPr lang="en-US" smtClean="0"/>
              <a:t>3/29/23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145279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- Gold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lack Triangle">
            <a:extLst>
              <a:ext uri="{FF2B5EF4-FFF2-40B4-BE49-F238E27FC236}">
                <a16:creationId xmlns:a16="http://schemas.microsoft.com/office/drawing/2014/main" id="{E6FF8326-7C7F-B6EE-5081-7AD19B61BF9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467600" y="0"/>
            <a:ext cx="1676400" cy="6858000"/>
          </a:xfrm>
          <a:prstGeom prst="rect">
            <a:avLst/>
          </a:prstGeom>
          <a:noFill/>
        </p:spPr>
      </p:pic>
      <p:sp>
        <p:nvSpPr>
          <p:cNvPr id="6" name="Title 6">
            <a:extLst>
              <a:ext uri="{FF2B5EF4-FFF2-40B4-BE49-F238E27FC236}">
                <a16:creationId xmlns:a16="http://schemas.microsoft.com/office/drawing/2014/main" id="{B1EEEEC0-D7E4-4DE5-4E3D-FAAD9ABA899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67442" y="2017643"/>
            <a:ext cx="7183861" cy="583733"/>
          </a:xfrm>
        </p:spPr>
        <p:txBody>
          <a:bodyPr>
            <a:noAutofit/>
          </a:bodyPr>
          <a:lstStyle>
            <a:lvl1pPr>
              <a:defRPr sz="4400" cap="none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8EDB9B8-C811-84E9-5F58-0130F3A8050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67442" y="2617147"/>
            <a:ext cx="7183861" cy="449263"/>
          </a:xfrm>
        </p:spPr>
        <p:txBody>
          <a:bodyPr>
            <a:noAutofit/>
          </a:bodyPr>
          <a:lstStyle>
            <a:lvl1pPr marL="0" indent="0">
              <a:buFontTx/>
              <a:buNone/>
              <a:defRPr sz="2000" b="1" i="0">
                <a:solidFill>
                  <a:schemeClr val="tx1"/>
                </a:solidFill>
                <a:latin typeface="Acumin Pro Semibold" panose="020B0504020202020204" pitchFamily="34" charset="77"/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10" name="Text Placeholder 8">
            <a:extLst>
              <a:ext uri="{FF2B5EF4-FFF2-40B4-BE49-F238E27FC236}">
                <a16:creationId xmlns:a16="http://schemas.microsoft.com/office/drawing/2014/main" id="{24BF34A7-30DF-7BD2-A5A2-434BBF6672C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67442" y="3079275"/>
            <a:ext cx="7183861" cy="449263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1400" b="0" i="0">
                <a:solidFill>
                  <a:schemeClr val="tx1"/>
                </a:solidFill>
                <a:latin typeface="Acumin Pro Medium" panose="020B0504020202020204" pitchFamily="34" charset="77"/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dirty="0"/>
              <a:t>3/31/23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BAC34E1-E044-0445-842B-2F1F9D1C92C7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56134" y="5839622"/>
            <a:ext cx="4062047" cy="4300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992520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with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2">
            <a:extLst>
              <a:ext uri="{FF2B5EF4-FFF2-40B4-BE49-F238E27FC236}">
                <a16:creationId xmlns:a16="http://schemas.microsoft.com/office/drawing/2014/main" id="{34176D92-8FAB-782E-E607-5D0C5CC9C2A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0" y="0"/>
            <a:ext cx="9144000" cy="6858000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5FDAFB6-8BB6-ADBB-6574-5B0C25E7BD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9229" y="5049077"/>
            <a:ext cx="8450036" cy="685801"/>
          </a:xfrm>
        </p:spPr>
        <p:txBody>
          <a:bodyPr>
            <a:normAutofit/>
          </a:bodyPr>
          <a:lstStyle>
            <a:lvl1pPr algn="ctr" fontAlgn="b">
              <a:defRPr sz="4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5FF931D0-D7E7-D9E1-3CCC-83299A09228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59229" y="5754757"/>
            <a:ext cx="8450036" cy="449263"/>
          </a:xfrm>
        </p:spPr>
        <p:txBody>
          <a:bodyPr>
            <a:noAutofit/>
          </a:bodyPr>
          <a:lstStyle>
            <a:lvl1pPr marL="0" indent="0" algn="ctr">
              <a:buFontTx/>
              <a:buNone/>
              <a:defRPr sz="2000" b="0" i="0">
                <a:solidFill>
                  <a:schemeClr val="tx1"/>
                </a:solidFill>
                <a:latin typeface="Acumin Pro Medium" panose="020B0504020202020204" pitchFamily="34" charset="77"/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dirty="0"/>
              <a:t>Click to edit Subtitle style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B9BCA5A-C755-0E4A-878C-D1822540E21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66111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DC36684E-7DEE-F47A-FA01-89E8EC8104A0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0" y="-9525"/>
            <a:ext cx="9144000" cy="6892463"/>
          </a:xfrm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DCA0E95C-D44C-0BD3-29E1-C39EBAC823AE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0421239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Cop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EEA1DABA-769B-1407-1BFC-75930C1DE70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6A937CB7-FF71-AF7C-945C-0E285D7B2D5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42900" y="1543324"/>
            <a:ext cx="8450035" cy="4454706"/>
          </a:xfrm>
        </p:spPr>
        <p:txBody>
          <a:bodyPr numCol="1">
            <a:noAutofit/>
          </a:bodyPr>
          <a:lstStyle>
            <a:lvl1pPr marL="0" indent="0" algn="l" fontAlgn="t">
              <a:buFontTx/>
              <a:buNone/>
              <a:defRPr sz="1800" baseline="0">
                <a:latin typeface="Acumin Pro" panose="020B0504020202020204" pitchFamily="34" charset="77"/>
              </a:defRPr>
            </a:lvl1pPr>
            <a:lvl2pPr marL="342900" indent="0" algn="l">
              <a:buFontTx/>
              <a:buNone/>
              <a:defRPr sz="1350"/>
            </a:lvl2pPr>
            <a:lvl3pPr marL="685800" indent="0" algn="l">
              <a:buFontTx/>
              <a:buNone/>
              <a:defRPr sz="1350"/>
            </a:lvl3pPr>
            <a:lvl4pPr marL="1028700" indent="0" algn="l">
              <a:buFontTx/>
              <a:buNone/>
              <a:defRPr sz="1350"/>
            </a:lvl4pPr>
            <a:lvl5pPr marL="1371600" indent="0" algn="l">
              <a:buFontTx/>
              <a:buNone/>
              <a:defRPr sz="1350"/>
            </a:lvl5pPr>
          </a:lstStyle>
          <a:p>
            <a:pPr lvl="0"/>
            <a:r>
              <a:rPr lang="en-US" dirty="0"/>
              <a:t>Click to edit</a:t>
            </a: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99AF8687-CA4E-66EB-17A8-BE41F3023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531718D0-66F2-E88D-01BB-CD3AF9F1A376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B0226450-0A2C-4A4B-95A5-6E0D1BC45A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843251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Copy - 2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EEA1DABA-769B-1407-1BFC-75930C1DE70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6A937CB7-FF71-AF7C-945C-0E285D7B2D5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42900" y="1543324"/>
            <a:ext cx="8450035" cy="4454706"/>
          </a:xfrm>
        </p:spPr>
        <p:txBody>
          <a:bodyPr numCol="1">
            <a:noAutofit/>
          </a:bodyPr>
          <a:lstStyle>
            <a:lvl1pPr marL="0" indent="0" algn="l" fontAlgn="t">
              <a:buFontTx/>
              <a:buNone/>
              <a:defRPr sz="1800" baseline="0">
                <a:latin typeface="Acumin Pro" panose="020B0504020202020204" pitchFamily="34" charset="77"/>
              </a:defRPr>
            </a:lvl1pPr>
            <a:lvl2pPr marL="342900" indent="0" algn="l">
              <a:buFontTx/>
              <a:buNone/>
              <a:defRPr sz="1350"/>
            </a:lvl2pPr>
            <a:lvl3pPr marL="685800" indent="0" algn="l">
              <a:buFontTx/>
              <a:buNone/>
              <a:defRPr sz="1350"/>
            </a:lvl3pPr>
            <a:lvl4pPr marL="1028700" indent="0" algn="l">
              <a:buFontTx/>
              <a:buNone/>
              <a:defRPr sz="1350"/>
            </a:lvl4pPr>
            <a:lvl5pPr marL="1371600" indent="0" algn="l">
              <a:buFontTx/>
              <a:buNone/>
              <a:defRPr sz="1350"/>
            </a:lvl5pPr>
          </a:lstStyle>
          <a:p>
            <a:pPr lvl="0"/>
            <a:r>
              <a:rPr lang="en-US" dirty="0"/>
              <a:t>Click to edit</a:t>
            </a: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99AF8687-CA4E-66EB-17A8-BE41F3023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531718D0-66F2-E88D-01BB-CD3AF9F1A376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92317D3B-55CD-0048-B746-CB10A28D4EF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587232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6628D381-488B-4C1C-32F0-1D389C1FF7E3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351064" y="1543324"/>
            <a:ext cx="8450036" cy="4454706"/>
          </a:xfrm>
        </p:spPr>
        <p:txBody>
          <a:bodyPr>
            <a:normAutofit/>
          </a:bodyPr>
          <a:lstStyle>
            <a:lvl1pPr>
              <a:defRPr sz="1800" b="0" i="0">
                <a:latin typeface="Acumin Pro" panose="020B0504020202020204" pitchFamily="34" charset="77"/>
              </a:defRPr>
            </a:lvl1pPr>
            <a:lvl2pPr>
              <a:defRPr sz="1700" b="0" i="0">
                <a:latin typeface="Acumin Pro" panose="020B0504020202020204" pitchFamily="34" charset="77"/>
              </a:defRPr>
            </a:lvl2pPr>
            <a:lvl3pPr>
              <a:defRPr sz="1600" b="0" i="0">
                <a:latin typeface="Acumin Pro" panose="020B0504020202020204" pitchFamily="34" charset="77"/>
              </a:defRPr>
            </a:lvl3pPr>
            <a:lvl4pPr>
              <a:defRPr sz="1125"/>
            </a:lvl4pPr>
            <a:lvl5pPr>
              <a:defRPr sz="105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5EE0A7E-143D-2A83-397F-55801DA066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" name="Text Placeholder 13">
            <a:extLst>
              <a:ext uri="{FF2B5EF4-FFF2-40B4-BE49-F238E27FC236}">
                <a16:creationId xmlns:a16="http://schemas.microsoft.com/office/drawing/2014/main" id="{65EE62C3-A7DA-7701-DE4B-C1A290C4FAE3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BF54FE2-5844-7885-7089-16924C393EB6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69F76393-33C8-0244-A117-D97655079CB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690368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Content - 2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C9742D-9D8E-3928-8B2A-C7202DA729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2D59E3ED-7921-E7F3-A0A2-0467597EF7ED}"/>
              </a:ext>
            </a:extLst>
          </p:cNvPr>
          <p:cNvSpPr>
            <a:spLocks noGrp="1"/>
          </p:cNvSpPr>
          <p:nvPr>
            <p:ph idx="12"/>
          </p:nvPr>
        </p:nvSpPr>
        <p:spPr>
          <a:xfrm>
            <a:off x="351065" y="1543324"/>
            <a:ext cx="4059877" cy="4390338"/>
          </a:xfrm>
        </p:spPr>
        <p:txBody>
          <a:bodyPr>
            <a:normAutofit/>
          </a:bodyPr>
          <a:lstStyle>
            <a:lvl1pPr>
              <a:defRPr sz="1800" b="0" i="0">
                <a:latin typeface="Acumin Pro" panose="020B0504020202020204" pitchFamily="34" charset="77"/>
              </a:defRPr>
            </a:lvl1pPr>
            <a:lvl2pPr>
              <a:defRPr sz="1700" b="0" i="0">
                <a:latin typeface="Acumin Pro" panose="020B0504020202020204" pitchFamily="34" charset="77"/>
              </a:defRPr>
            </a:lvl2pPr>
            <a:lvl3pPr>
              <a:defRPr sz="1600" b="0" i="0">
                <a:latin typeface="Acumin Pro" panose="020B0504020202020204" pitchFamily="34" charset="77"/>
              </a:defRPr>
            </a:lvl3pPr>
            <a:lvl4pPr>
              <a:defRPr sz="1125"/>
            </a:lvl4pPr>
            <a:lvl5pPr>
              <a:defRPr sz="105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8F449F3F-4187-E891-E28D-ABAA40118134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4731868" y="1543324"/>
            <a:ext cx="4069232" cy="4390338"/>
          </a:xfrm>
        </p:spPr>
        <p:txBody>
          <a:bodyPr>
            <a:normAutofit/>
          </a:bodyPr>
          <a:lstStyle>
            <a:lvl1pPr>
              <a:defRPr sz="1800" b="0" i="0">
                <a:latin typeface="Acumin Pro" panose="020B0504020202020204" pitchFamily="34" charset="77"/>
              </a:defRPr>
            </a:lvl1pPr>
            <a:lvl2pPr>
              <a:defRPr sz="1700" b="0" i="0">
                <a:latin typeface="Acumin Pro" panose="020B0504020202020204" pitchFamily="34" charset="77"/>
              </a:defRPr>
            </a:lvl2pPr>
            <a:lvl3pPr>
              <a:defRPr sz="1600" b="0" i="0">
                <a:latin typeface="Acumin Pro" panose="020B0504020202020204" pitchFamily="34" charset="77"/>
              </a:defRPr>
            </a:lvl3pPr>
            <a:lvl4pPr>
              <a:defRPr sz="1125"/>
            </a:lvl4pPr>
            <a:lvl5pPr>
              <a:defRPr sz="105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3" name="Text Placeholder 13">
            <a:extLst>
              <a:ext uri="{FF2B5EF4-FFF2-40B4-BE49-F238E27FC236}">
                <a16:creationId xmlns:a16="http://schemas.microsoft.com/office/drawing/2014/main" id="{5FC4CE19-DA95-2729-993D-BB0D45B6B56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3E23E79-165A-C0A0-34F4-D4CD4FAC54E2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E5EEFC3C-29D1-EA4A-9C0C-4952B618383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99634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Content - 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C9742D-9D8E-3928-8B2A-C7202DA729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2D59E3ED-7921-E7F3-A0A2-0467597EF7ED}"/>
              </a:ext>
            </a:extLst>
          </p:cNvPr>
          <p:cNvSpPr>
            <a:spLocks noGrp="1"/>
          </p:cNvSpPr>
          <p:nvPr>
            <p:ph idx="12"/>
          </p:nvPr>
        </p:nvSpPr>
        <p:spPr>
          <a:xfrm>
            <a:off x="351066" y="1543324"/>
            <a:ext cx="2630674" cy="4390338"/>
          </a:xfrm>
        </p:spPr>
        <p:txBody>
          <a:bodyPr>
            <a:normAutofit/>
          </a:bodyPr>
          <a:lstStyle>
            <a:lvl1pPr>
              <a:defRPr sz="1800" b="0" i="0">
                <a:latin typeface="Acumin Pro" panose="020B0504020202020204" pitchFamily="34" charset="77"/>
              </a:defRPr>
            </a:lvl1pPr>
            <a:lvl2pPr>
              <a:defRPr sz="1700" b="0" i="0">
                <a:latin typeface="Acumin Pro" panose="020B0504020202020204" pitchFamily="34" charset="77"/>
              </a:defRPr>
            </a:lvl2pPr>
            <a:lvl3pPr>
              <a:defRPr sz="1600" b="0" i="0">
                <a:latin typeface="Acumin Pro" panose="020B0504020202020204" pitchFamily="34" charset="77"/>
              </a:defRPr>
            </a:lvl3pPr>
            <a:lvl4pPr>
              <a:defRPr sz="1125"/>
            </a:lvl4pPr>
            <a:lvl5pPr>
              <a:defRPr sz="105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66D77F14-E88B-D0A5-6F63-E4DA45A7CD6B}"/>
              </a:ext>
            </a:extLst>
          </p:cNvPr>
          <p:cNvSpPr>
            <a:spLocks noGrp="1"/>
          </p:cNvSpPr>
          <p:nvPr>
            <p:ph idx="17"/>
          </p:nvPr>
        </p:nvSpPr>
        <p:spPr>
          <a:xfrm>
            <a:off x="3256663" y="1543324"/>
            <a:ext cx="2630674" cy="4390337"/>
          </a:xfrm>
        </p:spPr>
        <p:txBody>
          <a:bodyPr>
            <a:normAutofit/>
          </a:bodyPr>
          <a:lstStyle>
            <a:lvl1pPr>
              <a:defRPr sz="1800" b="0" i="0">
                <a:latin typeface="Acumin Pro" panose="020B0504020202020204" pitchFamily="34" charset="77"/>
              </a:defRPr>
            </a:lvl1pPr>
            <a:lvl2pPr>
              <a:defRPr sz="1700" b="0" i="0">
                <a:latin typeface="Acumin Pro" panose="020B0504020202020204" pitchFamily="34" charset="77"/>
              </a:defRPr>
            </a:lvl2pPr>
            <a:lvl3pPr>
              <a:defRPr sz="1600" b="0" i="0">
                <a:latin typeface="Acumin Pro" panose="020B0504020202020204" pitchFamily="34" charset="77"/>
              </a:defRPr>
            </a:lvl3pPr>
            <a:lvl4pPr>
              <a:defRPr sz="1125"/>
            </a:lvl4pPr>
            <a:lvl5pPr>
              <a:defRPr sz="105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5A95E987-1BAB-5DE6-3A52-75935C62985E}"/>
              </a:ext>
            </a:extLst>
          </p:cNvPr>
          <p:cNvSpPr>
            <a:spLocks noGrp="1"/>
          </p:cNvSpPr>
          <p:nvPr>
            <p:ph idx="18"/>
          </p:nvPr>
        </p:nvSpPr>
        <p:spPr>
          <a:xfrm>
            <a:off x="6182353" y="1543323"/>
            <a:ext cx="2630674" cy="4390337"/>
          </a:xfrm>
        </p:spPr>
        <p:txBody>
          <a:bodyPr>
            <a:normAutofit/>
          </a:bodyPr>
          <a:lstStyle>
            <a:lvl1pPr>
              <a:defRPr sz="1800" b="0" i="0">
                <a:latin typeface="Acumin Pro" panose="020B0504020202020204" pitchFamily="34" charset="77"/>
              </a:defRPr>
            </a:lvl1pPr>
            <a:lvl2pPr>
              <a:defRPr sz="1700" b="0" i="0">
                <a:latin typeface="Acumin Pro" panose="020B0504020202020204" pitchFamily="34" charset="77"/>
              </a:defRPr>
            </a:lvl2pPr>
            <a:lvl3pPr>
              <a:defRPr sz="1600" b="0" i="0">
                <a:latin typeface="Acumin Pro" panose="020B0504020202020204" pitchFamily="34" charset="77"/>
              </a:defRPr>
            </a:lvl3pPr>
            <a:lvl4pPr>
              <a:defRPr sz="1125"/>
            </a:lvl4pPr>
            <a:lvl5pPr>
              <a:defRPr sz="105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3" name="Text Placeholder 13">
            <a:extLst>
              <a:ext uri="{FF2B5EF4-FFF2-40B4-BE49-F238E27FC236}">
                <a16:creationId xmlns:a16="http://schemas.microsoft.com/office/drawing/2014/main" id="{5CA31FF2-2F1A-7D0F-36B0-1773F6A9AB3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7E20F0F-7917-55BD-382B-A4E024108196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412896B7-E91D-CD4D-A891-824CE769BCC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171451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with Copy - 2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EEA1DABA-769B-1407-1BFC-75930C1DE70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6A937CB7-FF71-AF7C-945C-0E285D7B2D5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34735" y="3652273"/>
            <a:ext cx="4102307" cy="2345757"/>
          </a:xfrm>
        </p:spPr>
        <p:txBody>
          <a:bodyPr numCol="1">
            <a:noAutofit/>
          </a:bodyPr>
          <a:lstStyle>
            <a:lvl1pPr marL="214313" indent="-214313" algn="l" fontAlgn="t">
              <a:buFont typeface="Wingdings" pitchFamily="2" charset="2"/>
              <a:buChar char="§"/>
              <a:defRPr sz="1800" b="0" i="0" baseline="0">
                <a:latin typeface="Acumin Pro" panose="020B0504020202020204" pitchFamily="34" charset="77"/>
              </a:defRPr>
            </a:lvl1pPr>
            <a:lvl2pPr marL="342900" indent="0" algn="l">
              <a:buFontTx/>
              <a:buNone/>
              <a:defRPr sz="1350"/>
            </a:lvl2pPr>
            <a:lvl3pPr marL="685800" indent="0" algn="l">
              <a:buFontTx/>
              <a:buNone/>
              <a:defRPr sz="1350"/>
            </a:lvl3pPr>
            <a:lvl4pPr marL="1028700" indent="0" algn="l">
              <a:buFontTx/>
              <a:buNone/>
              <a:defRPr sz="1350"/>
            </a:lvl4pPr>
            <a:lvl5pPr marL="1371600" indent="0" algn="l">
              <a:buFontTx/>
              <a:buNone/>
              <a:defRPr sz="1350"/>
            </a:lvl5pPr>
          </a:lstStyle>
          <a:p>
            <a:pPr lvl="0"/>
            <a:r>
              <a:rPr lang="en-US" dirty="0"/>
              <a:t>Click to edit</a:t>
            </a: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99AF8687-CA4E-66EB-17A8-BE41F3023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" name="Picture Placeholder 2">
            <a:extLst>
              <a:ext uri="{FF2B5EF4-FFF2-40B4-BE49-F238E27FC236}">
                <a16:creationId xmlns:a16="http://schemas.microsoft.com/office/drawing/2014/main" id="{EC508144-F984-C37C-90F6-AA8C545F3DA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34734" y="1543324"/>
            <a:ext cx="4102309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5480D7F-9BE0-34B6-0080-2DFC58123F3E}"/>
              </a:ext>
            </a:extLst>
          </p:cNvPr>
          <p:cNvSpPr>
            <a:spLocks noGrp="1"/>
          </p:cNvSpPr>
          <p:nvPr>
            <p:ph type="pic" idx="14"/>
          </p:nvPr>
        </p:nvSpPr>
        <p:spPr>
          <a:xfrm>
            <a:off x="4706959" y="1543324"/>
            <a:ext cx="4094045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6" name="Text Placeholder 11">
            <a:extLst>
              <a:ext uri="{FF2B5EF4-FFF2-40B4-BE49-F238E27FC236}">
                <a16:creationId xmlns:a16="http://schemas.microsoft.com/office/drawing/2014/main" id="{710C66FF-C32F-9EF8-4FBC-44E08230B65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4698697" y="3652272"/>
            <a:ext cx="4102307" cy="2345757"/>
          </a:xfrm>
        </p:spPr>
        <p:txBody>
          <a:bodyPr numCol="1">
            <a:noAutofit/>
          </a:bodyPr>
          <a:lstStyle>
            <a:lvl1pPr marL="214313" indent="-214313" algn="l" fontAlgn="t">
              <a:buFont typeface="Wingdings" pitchFamily="2" charset="2"/>
              <a:buChar char="§"/>
              <a:defRPr sz="1800" b="0" i="0" baseline="0">
                <a:latin typeface="Acumin Pro" panose="020B0504020202020204" pitchFamily="34" charset="77"/>
              </a:defRPr>
            </a:lvl1pPr>
            <a:lvl2pPr marL="342900" indent="0" algn="l">
              <a:buFontTx/>
              <a:buNone/>
              <a:defRPr sz="1350"/>
            </a:lvl2pPr>
            <a:lvl3pPr marL="685800" indent="0" algn="l">
              <a:buFontTx/>
              <a:buNone/>
              <a:defRPr sz="1350"/>
            </a:lvl3pPr>
            <a:lvl4pPr marL="1028700" indent="0" algn="l">
              <a:buFontTx/>
              <a:buNone/>
              <a:defRPr sz="1350"/>
            </a:lvl4pPr>
            <a:lvl5pPr marL="1371600" indent="0" algn="l">
              <a:buFontTx/>
              <a:buNone/>
              <a:defRPr sz="1350"/>
            </a:lvl5pPr>
          </a:lstStyle>
          <a:p>
            <a:pPr lvl="0"/>
            <a:r>
              <a:rPr lang="en-US" dirty="0"/>
              <a:t>Click to edit</a:t>
            </a:r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91641B97-9FFC-02AC-9A83-AD9CF1F958B2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68D58084-BB32-E44F-B6BE-79DC4BE0EE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668508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with Copy - 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EEA1DABA-769B-1407-1BFC-75930C1DE70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aseline="0">
                <a:solidFill>
                  <a:schemeClr val="accent4">
                    <a:lumMod val="65000"/>
                  </a:schemeClr>
                </a:solidFill>
                <a:latin typeface="Franklin Gothic Medium Cond" panose="020B0606030402020204" pitchFamily="34" charset="0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6A937CB7-FF71-AF7C-945C-0E285D7B2D5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34736" y="3652273"/>
            <a:ext cx="2650859" cy="2345757"/>
          </a:xfrm>
        </p:spPr>
        <p:txBody>
          <a:bodyPr numCol="1">
            <a:noAutofit/>
          </a:bodyPr>
          <a:lstStyle>
            <a:lvl1pPr marL="214313" indent="-214313" algn="l" fontAlgn="t">
              <a:buFont typeface="Wingdings" pitchFamily="2" charset="2"/>
              <a:buChar char="§"/>
              <a:defRPr sz="1800" b="0" i="0" baseline="0">
                <a:latin typeface="Acumin Pro" panose="020B0504020202020204" pitchFamily="34" charset="77"/>
              </a:defRPr>
            </a:lvl1pPr>
            <a:lvl2pPr marL="342900" indent="0" algn="l">
              <a:buFontTx/>
              <a:buNone/>
              <a:defRPr sz="1350"/>
            </a:lvl2pPr>
            <a:lvl3pPr marL="685800" indent="0" algn="l">
              <a:buFontTx/>
              <a:buNone/>
              <a:defRPr sz="1350"/>
            </a:lvl3pPr>
            <a:lvl4pPr marL="1028700" indent="0" algn="l">
              <a:buFontTx/>
              <a:buNone/>
              <a:defRPr sz="1350"/>
            </a:lvl4pPr>
            <a:lvl5pPr marL="1371600" indent="0" algn="l">
              <a:buFontTx/>
              <a:buNone/>
              <a:defRPr sz="1350"/>
            </a:lvl5pPr>
          </a:lstStyle>
          <a:p>
            <a:pPr lvl="0"/>
            <a:r>
              <a:rPr lang="en-US" dirty="0"/>
              <a:t>Click to edit</a:t>
            </a: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99AF8687-CA4E-66EB-17A8-BE41F3023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" name="Picture Placeholder 2">
            <a:extLst>
              <a:ext uri="{FF2B5EF4-FFF2-40B4-BE49-F238E27FC236}">
                <a16:creationId xmlns:a16="http://schemas.microsoft.com/office/drawing/2014/main" id="{EC508144-F984-C37C-90F6-AA8C545F3DA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34735" y="1543324"/>
            <a:ext cx="2650859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5480D7F-9BE0-34B6-0080-2DFC58123F3E}"/>
              </a:ext>
            </a:extLst>
          </p:cNvPr>
          <p:cNvSpPr>
            <a:spLocks noGrp="1"/>
          </p:cNvSpPr>
          <p:nvPr>
            <p:ph type="pic" idx="14"/>
          </p:nvPr>
        </p:nvSpPr>
        <p:spPr>
          <a:xfrm>
            <a:off x="3252731" y="1543325"/>
            <a:ext cx="2645520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6" name="Text Placeholder 11">
            <a:extLst>
              <a:ext uri="{FF2B5EF4-FFF2-40B4-BE49-F238E27FC236}">
                <a16:creationId xmlns:a16="http://schemas.microsoft.com/office/drawing/2014/main" id="{710C66FF-C32F-9EF8-4FBC-44E08230B65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244470" y="3652273"/>
            <a:ext cx="2650859" cy="2345757"/>
          </a:xfrm>
        </p:spPr>
        <p:txBody>
          <a:bodyPr numCol="1">
            <a:noAutofit/>
          </a:bodyPr>
          <a:lstStyle>
            <a:lvl1pPr marL="214313" indent="-214313" algn="l" fontAlgn="t">
              <a:buFont typeface="Wingdings" pitchFamily="2" charset="2"/>
              <a:buChar char="§"/>
              <a:defRPr sz="1800" b="0" i="0" baseline="0">
                <a:latin typeface="Acumin Pro" panose="020B0504020202020204" pitchFamily="34" charset="77"/>
              </a:defRPr>
            </a:lvl1pPr>
            <a:lvl2pPr marL="342900" indent="0" algn="l">
              <a:buFontTx/>
              <a:buNone/>
              <a:defRPr sz="1350"/>
            </a:lvl2pPr>
            <a:lvl3pPr marL="685800" indent="0" algn="l">
              <a:buFontTx/>
              <a:buNone/>
              <a:defRPr sz="1350"/>
            </a:lvl3pPr>
            <a:lvl4pPr marL="1028700" indent="0" algn="l">
              <a:buFontTx/>
              <a:buNone/>
              <a:defRPr sz="1350"/>
            </a:lvl4pPr>
            <a:lvl5pPr marL="1371600" indent="0" algn="l">
              <a:buFontTx/>
              <a:buNone/>
              <a:defRPr sz="1350"/>
            </a:lvl5pPr>
          </a:lstStyle>
          <a:p>
            <a:pPr lvl="0"/>
            <a:r>
              <a:rPr lang="en-US" dirty="0"/>
              <a:t>Click to edit</a:t>
            </a:r>
          </a:p>
        </p:txBody>
      </p:sp>
      <p:sp>
        <p:nvSpPr>
          <p:cNvPr id="9" name="Picture Placeholder 2">
            <a:extLst>
              <a:ext uri="{FF2B5EF4-FFF2-40B4-BE49-F238E27FC236}">
                <a16:creationId xmlns:a16="http://schemas.microsoft.com/office/drawing/2014/main" id="{5D5694FC-6767-0363-8F8C-4C8AEA0C5DCC}"/>
              </a:ext>
            </a:extLst>
          </p:cNvPr>
          <p:cNvSpPr>
            <a:spLocks noGrp="1"/>
          </p:cNvSpPr>
          <p:nvPr>
            <p:ph type="pic" idx="16"/>
          </p:nvPr>
        </p:nvSpPr>
        <p:spPr>
          <a:xfrm>
            <a:off x="6154204" y="1532308"/>
            <a:ext cx="2645520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0" name="Text Placeholder 11">
            <a:extLst>
              <a:ext uri="{FF2B5EF4-FFF2-40B4-BE49-F238E27FC236}">
                <a16:creationId xmlns:a16="http://schemas.microsoft.com/office/drawing/2014/main" id="{347E27B2-1DE2-3469-81EF-9EBD7DC7AFBA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145943" y="3641256"/>
            <a:ext cx="2650859" cy="2345757"/>
          </a:xfrm>
        </p:spPr>
        <p:txBody>
          <a:bodyPr numCol="1">
            <a:noAutofit/>
          </a:bodyPr>
          <a:lstStyle>
            <a:lvl1pPr marL="214313" indent="-214313" algn="l" fontAlgn="t">
              <a:buFont typeface="Wingdings" pitchFamily="2" charset="2"/>
              <a:buChar char="§"/>
              <a:defRPr sz="1800" b="0" i="0" baseline="0">
                <a:latin typeface="Acumin Pro" panose="020B0504020202020204" pitchFamily="34" charset="77"/>
              </a:defRPr>
            </a:lvl1pPr>
            <a:lvl2pPr marL="342900" indent="0" algn="l">
              <a:buFontTx/>
              <a:buNone/>
              <a:defRPr sz="1350"/>
            </a:lvl2pPr>
            <a:lvl3pPr marL="685800" indent="0" algn="l">
              <a:buFontTx/>
              <a:buNone/>
              <a:defRPr sz="1350"/>
            </a:lvl3pPr>
            <a:lvl4pPr marL="1028700" indent="0" algn="l">
              <a:buFontTx/>
              <a:buNone/>
              <a:defRPr sz="1350"/>
            </a:lvl4pPr>
            <a:lvl5pPr marL="1371600" indent="0" algn="l">
              <a:buFontTx/>
              <a:buNone/>
              <a:defRPr sz="1350"/>
            </a:lvl5pPr>
          </a:lstStyle>
          <a:p>
            <a:pPr lvl="0"/>
            <a:r>
              <a:rPr lang="en-US" dirty="0"/>
              <a:t>Click to edit</a:t>
            </a:r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F039C530-4D1F-8F28-146E-3ECC4BBCE9E0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764C2680-37A6-C442-ACC9-0E1A4F33FDC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076719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E27402-16CB-60F1-259A-4E1A161944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2902" y="457200"/>
            <a:ext cx="3236117" cy="964096"/>
          </a:xfrm>
        </p:spPr>
        <p:txBody>
          <a:bodyPr anchor="b">
            <a:normAutofit/>
          </a:bodyPr>
          <a:lstStyle>
            <a:lvl1pPr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9889552-EB9F-6D72-9130-E107C02C22F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42902" y="1570384"/>
            <a:ext cx="3236117" cy="4298605"/>
          </a:xfrm>
        </p:spPr>
        <p:txBody>
          <a:bodyPr>
            <a:normAutofit/>
          </a:bodyPr>
          <a:lstStyle>
            <a:lvl1pPr marL="0" indent="0">
              <a:buNone/>
              <a:defRPr sz="18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C5F6EAB8-D2BB-0BDE-C7AC-895B69CA53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03904" y="457200"/>
            <a:ext cx="4997195" cy="5411788"/>
          </a:xfrm>
        </p:spPr>
        <p:txBody>
          <a:bodyPr>
            <a:normAutofit/>
          </a:bodyPr>
          <a:lstStyle>
            <a:lvl1pPr>
              <a:defRPr sz="1800" b="0" i="0">
                <a:latin typeface="Acumin Pro" panose="020B0504020202020204" pitchFamily="34" charset="77"/>
              </a:defRPr>
            </a:lvl1pPr>
            <a:lvl2pPr>
              <a:defRPr sz="1700" b="0" i="0">
                <a:latin typeface="Acumin Pro" panose="020B0504020202020204" pitchFamily="34" charset="77"/>
              </a:defRPr>
            </a:lvl2pPr>
            <a:lvl3pPr>
              <a:defRPr sz="1600" b="0" i="0">
                <a:latin typeface="Acumin Pro" panose="020B0504020202020204" pitchFamily="34" charset="77"/>
              </a:defRPr>
            </a:lvl3pPr>
            <a:lvl4pPr>
              <a:defRPr sz="1125"/>
            </a:lvl4pPr>
            <a:lvl5pPr>
              <a:defRPr sz="105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CC4977-AD33-556A-2AED-7416F7D43900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7D2DB49B-3FD4-EF4C-B023-17613C9AF55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29003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F2E1BF6-9F66-A119-6E10-5D16400A750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34735" y="1543323"/>
            <a:ext cx="4094045" cy="4317728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B7832766-AA56-63AE-E2AA-9A2947343D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0" name="Picture Placeholder 2">
            <a:extLst>
              <a:ext uri="{FF2B5EF4-FFF2-40B4-BE49-F238E27FC236}">
                <a16:creationId xmlns:a16="http://schemas.microsoft.com/office/drawing/2014/main" id="{CF92D672-5C11-B647-ADA7-722837BA86C0}"/>
              </a:ext>
            </a:extLst>
          </p:cNvPr>
          <p:cNvSpPr>
            <a:spLocks noGrp="1"/>
          </p:cNvSpPr>
          <p:nvPr>
            <p:ph type="pic" idx="12"/>
          </p:nvPr>
        </p:nvSpPr>
        <p:spPr>
          <a:xfrm>
            <a:off x="4715222" y="1543323"/>
            <a:ext cx="4094045" cy="4317728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1" name="Text Placeholder 13">
            <a:extLst>
              <a:ext uri="{FF2B5EF4-FFF2-40B4-BE49-F238E27FC236}">
                <a16:creationId xmlns:a16="http://schemas.microsoft.com/office/drawing/2014/main" id="{6AFB8997-E903-BD34-CBB7-A70F3BD090A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A3135B86-20D4-13D9-0376-A64DF5C381B3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C0AF4890-83F2-1B4C-9129-0943FD5BE68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4176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py with 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F2E1BF6-9F66-A119-6E10-5D16400A750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51065" y="1543324"/>
            <a:ext cx="4397009" cy="2055591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9A59AA2-58AF-A659-F919-8BDA04ADA49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961820" y="1543322"/>
            <a:ext cx="3847445" cy="4307573"/>
          </a:xfrm>
        </p:spPr>
        <p:txBody>
          <a:bodyPr>
            <a:normAutofit/>
          </a:bodyPr>
          <a:lstStyle>
            <a:lvl1pPr marL="0" indent="0">
              <a:buNone/>
              <a:defRPr sz="18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B3D45392-3CD8-B80C-F2B3-4B45BA45F3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0" name="Picture Placeholder 2">
            <a:extLst>
              <a:ext uri="{FF2B5EF4-FFF2-40B4-BE49-F238E27FC236}">
                <a16:creationId xmlns:a16="http://schemas.microsoft.com/office/drawing/2014/main" id="{0492B2E6-F25A-DAD4-50C4-028EE4F9F201}"/>
              </a:ext>
            </a:extLst>
          </p:cNvPr>
          <p:cNvSpPr>
            <a:spLocks noGrp="1"/>
          </p:cNvSpPr>
          <p:nvPr>
            <p:ph type="pic" idx="13"/>
          </p:nvPr>
        </p:nvSpPr>
        <p:spPr>
          <a:xfrm>
            <a:off x="2614933" y="3795305"/>
            <a:ext cx="2133141" cy="2055591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1" name="Picture Placeholder 2">
            <a:extLst>
              <a:ext uri="{FF2B5EF4-FFF2-40B4-BE49-F238E27FC236}">
                <a16:creationId xmlns:a16="http://schemas.microsoft.com/office/drawing/2014/main" id="{E4F1D849-D57F-29CA-A61A-410807726101}"/>
              </a:ext>
            </a:extLst>
          </p:cNvPr>
          <p:cNvSpPr>
            <a:spLocks noGrp="1"/>
          </p:cNvSpPr>
          <p:nvPr>
            <p:ph type="pic" idx="14"/>
          </p:nvPr>
        </p:nvSpPr>
        <p:spPr>
          <a:xfrm>
            <a:off x="351065" y="3795304"/>
            <a:ext cx="2133141" cy="2055592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2" name="Text Placeholder 13">
            <a:extLst>
              <a:ext uri="{FF2B5EF4-FFF2-40B4-BE49-F238E27FC236}">
                <a16:creationId xmlns:a16="http://schemas.microsoft.com/office/drawing/2014/main" id="{6AB35901-94D3-C7C4-1CE7-B31E29C657C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6DA9D6A4-F44C-720B-EF21-A331231A6477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2506DF57-624C-3D4C-9311-96AE05CC4C6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824445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s with Cap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9A59AA2-58AF-A659-F919-8BDA04ADA49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26571" y="3292036"/>
            <a:ext cx="2656344" cy="365760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B3D45392-3CD8-B80C-F2B3-4B45BA45F3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1" name="Picture Placeholder 2">
            <a:extLst>
              <a:ext uri="{FF2B5EF4-FFF2-40B4-BE49-F238E27FC236}">
                <a16:creationId xmlns:a16="http://schemas.microsoft.com/office/drawing/2014/main" id="{E4F1D849-D57F-29CA-A61A-410807726101}"/>
              </a:ext>
            </a:extLst>
          </p:cNvPr>
          <p:cNvSpPr>
            <a:spLocks noGrp="1"/>
          </p:cNvSpPr>
          <p:nvPr>
            <p:ph type="pic" idx="14"/>
          </p:nvPr>
        </p:nvSpPr>
        <p:spPr>
          <a:xfrm>
            <a:off x="342900" y="1406232"/>
            <a:ext cx="2640015" cy="1750458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6" name="Picture Placeholder 2">
            <a:extLst>
              <a:ext uri="{FF2B5EF4-FFF2-40B4-BE49-F238E27FC236}">
                <a16:creationId xmlns:a16="http://schemas.microsoft.com/office/drawing/2014/main" id="{60A3B0E8-AC0D-A169-37E3-2D123D6EBF24}"/>
              </a:ext>
            </a:extLst>
          </p:cNvPr>
          <p:cNvSpPr>
            <a:spLocks noGrp="1"/>
          </p:cNvSpPr>
          <p:nvPr>
            <p:ph type="pic" idx="16"/>
          </p:nvPr>
        </p:nvSpPr>
        <p:spPr>
          <a:xfrm>
            <a:off x="3243828" y="1406232"/>
            <a:ext cx="2640015" cy="1750458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3" name="Picture Placeholder 2">
            <a:extLst>
              <a:ext uri="{FF2B5EF4-FFF2-40B4-BE49-F238E27FC236}">
                <a16:creationId xmlns:a16="http://schemas.microsoft.com/office/drawing/2014/main" id="{640970D8-E511-89A8-FC5C-6DB37485ADE3}"/>
              </a:ext>
            </a:extLst>
          </p:cNvPr>
          <p:cNvSpPr>
            <a:spLocks noGrp="1"/>
          </p:cNvSpPr>
          <p:nvPr>
            <p:ph type="pic" idx="17"/>
          </p:nvPr>
        </p:nvSpPr>
        <p:spPr>
          <a:xfrm>
            <a:off x="6161085" y="1406232"/>
            <a:ext cx="2640015" cy="1750458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6B04B79A-B4BD-0306-3D46-D570E1F51CA6}"/>
              </a:ext>
            </a:extLst>
          </p:cNvPr>
          <p:cNvSpPr>
            <a:spLocks noGrp="1"/>
          </p:cNvSpPr>
          <p:nvPr>
            <p:ph type="body" sz="half" idx="18"/>
          </p:nvPr>
        </p:nvSpPr>
        <p:spPr>
          <a:xfrm>
            <a:off x="3227499" y="3292036"/>
            <a:ext cx="2656344" cy="365760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450B4796-C4B7-C272-5ADD-7D6C896B703E}"/>
              </a:ext>
            </a:extLst>
          </p:cNvPr>
          <p:cNvSpPr>
            <a:spLocks noGrp="1"/>
          </p:cNvSpPr>
          <p:nvPr>
            <p:ph type="body" sz="half" idx="19"/>
          </p:nvPr>
        </p:nvSpPr>
        <p:spPr>
          <a:xfrm>
            <a:off x="6161085" y="3292036"/>
            <a:ext cx="2656344" cy="365760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2" name="Text Placeholder 3">
            <a:extLst>
              <a:ext uri="{FF2B5EF4-FFF2-40B4-BE49-F238E27FC236}">
                <a16:creationId xmlns:a16="http://schemas.microsoft.com/office/drawing/2014/main" id="{4633AE4D-056F-FC97-1F10-877F247AB319}"/>
              </a:ext>
            </a:extLst>
          </p:cNvPr>
          <p:cNvSpPr>
            <a:spLocks noGrp="1"/>
          </p:cNvSpPr>
          <p:nvPr>
            <p:ph type="body" sz="half" idx="20"/>
          </p:nvPr>
        </p:nvSpPr>
        <p:spPr>
          <a:xfrm>
            <a:off x="310242" y="5685387"/>
            <a:ext cx="2656344" cy="365760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3" name="Picture Placeholder 2">
            <a:extLst>
              <a:ext uri="{FF2B5EF4-FFF2-40B4-BE49-F238E27FC236}">
                <a16:creationId xmlns:a16="http://schemas.microsoft.com/office/drawing/2014/main" id="{19716662-3C77-F831-E45C-F9EA49810F58}"/>
              </a:ext>
            </a:extLst>
          </p:cNvPr>
          <p:cNvSpPr>
            <a:spLocks noGrp="1"/>
          </p:cNvSpPr>
          <p:nvPr>
            <p:ph type="pic" idx="21"/>
          </p:nvPr>
        </p:nvSpPr>
        <p:spPr>
          <a:xfrm>
            <a:off x="326571" y="3799583"/>
            <a:ext cx="2640015" cy="1750458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24" name="Picture Placeholder 2">
            <a:extLst>
              <a:ext uri="{FF2B5EF4-FFF2-40B4-BE49-F238E27FC236}">
                <a16:creationId xmlns:a16="http://schemas.microsoft.com/office/drawing/2014/main" id="{1ED1A14F-5E0D-476E-9C60-BD987EFC4940}"/>
              </a:ext>
            </a:extLst>
          </p:cNvPr>
          <p:cNvSpPr>
            <a:spLocks noGrp="1"/>
          </p:cNvSpPr>
          <p:nvPr>
            <p:ph type="pic" idx="22"/>
          </p:nvPr>
        </p:nvSpPr>
        <p:spPr>
          <a:xfrm>
            <a:off x="3227499" y="3799583"/>
            <a:ext cx="2640015" cy="1750458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25" name="Picture Placeholder 2">
            <a:extLst>
              <a:ext uri="{FF2B5EF4-FFF2-40B4-BE49-F238E27FC236}">
                <a16:creationId xmlns:a16="http://schemas.microsoft.com/office/drawing/2014/main" id="{A0003A4C-26CB-DD7F-0B22-024AFB58DC67}"/>
              </a:ext>
            </a:extLst>
          </p:cNvPr>
          <p:cNvSpPr>
            <a:spLocks noGrp="1"/>
          </p:cNvSpPr>
          <p:nvPr>
            <p:ph type="pic" idx="23"/>
          </p:nvPr>
        </p:nvSpPr>
        <p:spPr>
          <a:xfrm>
            <a:off x="6144756" y="3799583"/>
            <a:ext cx="2640015" cy="1750458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26" name="Text Placeholder 3">
            <a:extLst>
              <a:ext uri="{FF2B5EF4-FFF2-40B4-BE49-F238E27FC236}">
                <a16:creationId xmlns:a16="http://schemas.microsoft.com/office/drawing/2014/main" id="{08CE8D58-56A2-6AE5-AB18-C53F4134DD88}"/>
              </a:ext>
            </a:extLst>
          </p:cNvPr>
          <p:cNvSpPr>
            <a:spLocks noGrp="1"/>
          </p:cNvSpPr>
          <p:nvPr>
            <p:ph type="body" sz="half" idx="24"/>
          </p:nvPr>
        </p:nvSpPr>
        <p:spPr>
          <a:xfrm>
            <a:off x="3211170" y="5685387"/>
            <a:ext cx="2656344" cy="365760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7" name="Text Placeholder 3">
            <a:extLst>
              <a:ext uri="{FF2B5EF4-FFF2-40B4-BE49-F238E27FC236}">
                <a16:creationId xmlns:a16="http://schemas.microsoft.com/office/drawing/2014/main" id="{7A4C2D1F-1A58-AC60-F606-B816E5F23FFF}"/>
              </a:ext>
            </a:extLst>
          </p:cNvPr>
          <p:cNvSpPr>
            <a:spLocks noGrp="1"/>
          </p:cNvSpPr>
          <p:nvPr>
            <p:ph type="body" sz="half" idx="25"/>
          </p:nvPr>
        </p:nvSpPr>
        <p:spPr>
          <a:xfrm>
            <a:off x="6144756" y="5685387"/>
            <a:ext cx="2656344" cy="365760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E0D3EBD5-219C-5B88-5FAA-E3535228FBDB}"/>
              </a:ext>
            </a:extLst>
          </p:cNvPr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sp>
        <p:nvSpPr>
          <p:cNvPr id="7" name="Text Placeholder 13">
            <a:extLst>
              <a:ext uri="{FF2B5EF4-FFF2-40B4-BE49-F238E27FC236}">
                <a16:creationId xmlns:a16="http://schemas.microsoft.com/office/drawing/2014/main" id="{7EDCCCDC-B335-96CB-3A28-8C862E3B1B5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pic>
        <p:nvPicPr>
          <p:cNvPr id="29" name="Picture 28">
            <a:extLst>
              <a:ext uri="{FF2B5EF4-FFF2-40B4-BE49-F238E27FC236}">
                <a16:creationId xmlns:a16="http://schemas.microsoft.com/office/drawing/2014/main" id="{0D166CBA-B0A5-A540-9E01-87761E8E4E2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033032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Coll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EEA1DABA-769B-1407-1BFC-75930C1DE70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99AF8687-CA4E-66EB-17A8-BE41F3023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" name="Picture Placeholder 2">
            <a:extLst>
              <a:ext uri="{FF2B5EF4-FFF2-40B4-BE49-F238E27FC236}">
                <a16:creationId xmlns:a16="http://schemas.microsoft.com/office/drawing/2014/main" id="{EC508144-F984-C37C-90F6-AA8C545F3DA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34736" y="1542763"/>
            <a:ext cx="1958261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5480D7F-9BE0-34B6-0080-2DFC58123F3E}"/>
              </a:ext>
            </a:extLst>
          </p:cNvPr>
          <p:cNvSpPr>
            <a:spLocks noGrp="1"/>
          </p:cNvSpPr>
          <p:nvPr>
            <p:ph type="pic" idx="14"/>
          </p:nvPr>
        </p:nvSpPr>
        <p:spPr>
          <a:xfrm>
            <a:off x="2508047" y="1542763"/>
            <a:ext cx="1954317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9" name="Picture Placeholder 2">
            <a:extLst>
              <a:ext uri="{FF2B5EF4-FFF2-40B4-BE49-F238E27FC236}">
                <a16:creationId xmlns:a16="http://schemas.microsoft.com/office/drawing/2014/main" id="{5D5694FC-6767-0363-8F8C-4C8AEA0C5DCC}"/>
              </a:ext>
            </a:extLst>
          </p:cNvPr>
          <p:cNvSpPr>
            <a:spLocks noGrp="1"/>
          </p:cNvSpPr>
          <p:nvPr>
            <p:ph type="pic" idx="16"/>
          </p:nvPr>
        </p:nvSpPr>
        <p:spPr>
          <a:xfrm>
            <a:off x="4677415" y="1542763"/>
            <a:ext cx="1954317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1" name="Picture Placeholder 2">
            <a:extLst>
              <a:ext uri="{FF2B5EF4-FFF2-40B4-BE49-F238E27FC236}">
                <a16:creationId xmlns:a16="http://schemas.microsoft.com/office/drawing/2014/main" id="{6223A017-A902-92C1-8A99-7D45B08D860D}"/>
              </a:ext>
            </a:extLst>
          </p:cNvPr>
          <p:cNvSpPr>
            <a:spLocks noGrp="1"/>
          </p:cNvSpPr>
          <p:nvPr>
            <p:ph type="pic" idx="17"/>
          </p:nvPr>
        </p:nvSpPr>
        <p:spPr>
          <a:xfrm>
            <a:off x="6846782" y="1542763"/>
            <a:ext cx="1954317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5" name="Picture Placeholder 2">
            <a:extLst>
              <a:ext uri="{FF2B5EF4-FFF2-40B4-BE49-F238E27FC236}">
                <a16:creationId xmlns:a16="http://schemas.microsoft.com/office/drawing/2014/main" id="{FE352EAA-3DC6-450E-518D-B55638975ECE}"/>
              </a:ext>
            </a:extLst>
          </p:cNvPr>
          <p:cNvSpPr>
            <a:spLocks noGrp="1"/>
          </p:cNvSpPr>
          <p:nvPr>
            <p:ph type="pic" idx="18"/>
          </p:nvPr>
        </p:nvSpPr>
        <p:spPr>
          <a:xfrm>
            <a:off x="1382716" y="3651151"/>
            <a:ext cx="1958261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6" name="Picture Placeholder 2">
            <a:extLst>
              <a:ext uri="{FF2B5EF4-FFF2-40B4-BE49-F238E27FC236}">
                <a16:creationId xmlns:a16="http://schemas.microsoft.com/office/drawing/2014/main" id="{1E5E3807-051E-4D4B-1143-A6B4BDDBB5D8}"/>
              </a:ext>
            </a:extLst>
          </p:cNvPr>
          <p:cNvSpPr>
            <a:spLocks noGrp="1"/>
          </p:cNvSpPr>
          <p:nvPr>
            <p:ph type="pic" idx="19"/>
          </p:nvPr>
        </p:nvSpPr>
        <p:spPr>
          <a:xfrm>
            <a:off x="3556027" y="3651151"/>
            <a:ext cx="1954317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7" name="Picture Placeholder 2">
            <a:extLst>
              <a:ext uri="{FF2B5EF4-FFF2-40B4-BE49-F238E27FC236}">
                <a16:creationId xmlns:a16="http://schemas.microsoft.com/office/drawing/2014/main" id="{9659EF4B-6B57-DE2A-B33A-D60A659CFE6D}"/>
              </a:ext>
            </a:extLst>
          </p:cNvPr>
          <p:cNvSpPr>
            <a:spLocks noGrp="1"/>
          </p:cNvSpPr>
          <p:nvPr>
            <p:ph type="pic" idx="20"/>
          </p:nvPr>
        </p:nvSpPr>
        <p:spPr>
          <a:xfrm>
            <a:off x="5725394" y="3651151"/>
            <a:ext cx="1954317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9" name="Footer Placeholder 18">
            <a:extLst>
              <a:ext uri="{FF2B5EF4-FFF2-40B4-BE49-F238E27FC236}">
                <a16:creationId xmlns:a16="http://schemas.microsoft.com/office/drawing/2014/main" id="{0B1371B0-95CE-4462-18BB-F77CBC19BF86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F631A4A5-899F-8948-AFF2-A9EECA71DA0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931317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 with 2 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F2E1BF6-9F66-A119-6E10-5D16400A750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891490" y="1643074"/>
            <a:ext cx="3909610" cy="2055591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B3D45392-3CD8-B80C-F2B3-4B45BA45F3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0" name="Picture Placeholder 2">
            <a:extLst>
              <a:ext uri="{FF2B5EF4-FFF2-40B4-BE49-F238E27FC236}">
                <a16:creationId xmlns:a16="http://schemas.microsoft.com/office/drawing/2014/main" id="{0492B2E6-F25A-DAD4-50C4-028EE4F9F201}"/>
              </a:ext>
            </a:extLst>
          </p:cNvPr>
          <p:cNvSpPr>
            <a:spLocks noGrp="1"/>
          </p:cNvSpPr>
          <p:nvPr>
            <p:ph type="pic" idx="13"/>
          </p:nvPr>
        </p:nvSpPr>
        <p:spPr>
          <a:xfrm>
            <a:off x="4891490" y="3884038"/>
            <a:ext cx="3909610" cy="2055591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2" name="Text Placeholder 13">
            <a:extLst>
              <a:ext uri="{FF2B5EF4-FFF2-40B4-BE49-F238E27FC236}">
                <a16:creationId xmlns:a16="http://schemas.microsoft.com/office/drawing/2014/main" id="{6AB35901-94D3-C7C4-1CE7-B31E29C657C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DC2C5294-0EFC-A3EC-D994-11DDCFE70D67}"/>
              </a:ext>
            </a:extLst>
          </p:cNvPr>
          <p:cNvSpPr>
            <a:spLocks noGrp="1"/>
          </p:cNvSpPr>
          <p:nvPr>
            <p:ph idx="18"/>
          </p:nvPr>
        </p:nvSpPr>
        <p:spPr>
          <a:xfrm>
            <a:off x="334737" y="1643074"/>
            <a:ext cx="4308874" cy="4307571"/>
          </a:xfrm>
        </p:spPr>
        <p:txBody>
          <a:bodyPr>
            <a:normAutofit/>
          </a:bodyPr>
          <a:lstStyle>
            <a:lvl1pPr>
              <a:defRPr sz="1800" b="0" i="0">
                <a:latin typeface="Acumin Pro" panose="020B0504020202020204" pitchFamily="34" charset="77"/>
              </a:defRPr>
            </a:lvl1pPr>
            <a:lvl2pPr>
              <a:defRPr sz="1700" b="0" i="0">
                <a:latin typeface="Acumin Pro" panose="020B0504020202020204" pitchFamily="34" charset="77"/>
              </a:defRPr>
            </a:lvl2pPr>
            <a:lvl3pPr>
              <a:defRPr sz="1600" b="0" i="0">
                <a:latin typeface="Acumin Pro" panose="020B0504020202020204" pitchFamily="34" charset="77"/>
              </a:defRPr>
            </a:lvl3pPr>
            <a:lvl4pPr>
              <a:defRPr sz="1125"/>
            </a:lvl4pPr>
            <a:lvl5pPr>
              <a:defRPr sz="105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67A134D-7A3A-AD4B-91DF-57347E308706}"/>
              </a:ext>
            </a:extLst>
          </p:cNvPr>
          <p:cNvSpPr/>
          <p:nvPr userDrawn="1"/>
        </p:nvSpPr>
        <p:spPr>
          <a:xfrm>
            <a:off x="4891490" y="3395950"/>
            <a:ext cx="3909610" cy="30271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4581B053-21C8-C0AD-58C7-637A6315D1B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891295" y="3395950"/>
            <a:ext cx="3909707" cy="302715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8B2033E-9DB9-9A2B-D4C5-6D8960838D22}"/>
              </a:ext>
            </a:extLst>
          </p:cNvPr>
          <p:cNvSpPr/>
          <p:nvPr userDrawn="1"/>
        </p:nvSpPr>
        <p:spPr>
          <a:xfrm>
            <a:off x="4891392" y="5636914"/>
            <a:ext cx="3909610" cy="30271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18" name="Text Placeholder 3">
            <a:extLst>
              <a:ext uri="{FF2B5EF4-FFF2-40B4-BE49-F238E27FC236}">
                <a16:creationId xmlns:a16="http://schemas.microsoft.com/office/drawing/2014/main" id="{F02FFCFA-A84F-7535-4A5F-29A5FC646063}"/>
              </a:ext>
            </a:extLst>
          </p:cNvPr>
          <p:cNvSpPr>
            <a:spLocks noGrp="1"/>
          </p:cNvSpPr>
          <p:nvPr>
            <p:ph type="body" sz="half" idx="19"/>
          </p:nvPr>
        </p:nvSpPr>
        <p:spPr>
          <a:xfrm>
            <a:off x="4891295" y="5636914"/>
            <a:ext cx="3909610" cy="302715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0" name="Footer Placeholder 19">
            <a:extLst>
              <a:ext uri="{FF2B5EF4-FFF2-40B4-BE49-F238E27FC236}">
                <a16:creationId xmlns:a16="http://schemas.microsoft.com/office/drawing/2014/main" id="{2785C5DB-355E-CD09-6EF5-58F892E8FB6F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pPr algn="r"/>
            <a:r>
              <a:rPr lang="en-US"/>
              <a:t>3/31/23            </a:t>
            </a:r>
            <a:fld id="{2D8F9ACA-D6C0-E54C-B1B8-E9196C9CD104}" type="slidenum">
              <a:rPr lang="en-US" smtClean="0"/>
              <a:pPr algn="r"/>
              <a:t>‹#›</a:t>
            </a:fld>
            <a:endParaRPr lang="en-US" dirty="0"/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CDCE55CF-AD39-6942-BAFD-73E57A01F77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552715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 with 3 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F2E1BF6-9F66-A119-6E10-5D16400A750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891490" y="1643074"/>
            <a:ext cx="3909610" cy="2055591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B3D45392-3CD8-B80C-F2B3-4B45BA45F3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0" name="Picture Placeholder 2">
            <a:extLst>
              <a:ext uri="{FF2B5EF4-FFF2-40B4-BE49-F238E27FC236}">
                <a16:creationId xmlns:a16="http://schemas.microsoft.com/office/drawing/2014/main" id="{0492B2E6-F25A-DAD4-50C4-028EE4F9F201}"/>
              </a:ext>
            </a:extLst>
          </p:cNvPr>
          <p:cNvSpPr>
            <a:spLocks noGrp="1"/>
          </p:cNvSpPr>
          <p:nvPr>
            <p:ph type="pic" idx="13"/>
          </p:nvPr>
        </p:nvSpPr>
        <p:spPr>
          <a:xfrm>
            <a:off x="6965414" y="3884038"/>
            <a:ext cx="1835685" cy="2055591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1" name="Picture Placeholder 2">
            <a:extLst>
              <a:ext uri="{FF2B5EF4-FFF2-40B4-BE49-F238E27FC236}">
                <a16:creationId xmlns:a16="http://schemas.microsoft.com/office/drawing/2014/main" id="{E4F1D849-D57F-29CA-A61A-410807726101}"/>
              </a:ext>
            </a:extLst>
          </p:cNvPr>
          <p:cNvSpPr>
            <a:spLocks noGrp="1"/>
          </p:cNvSpPr>
          <p:nvPr>
            <p:ph type="pic" idx="14"/>
          </p:nvPr>
        </p:nvSpPr>
        <p:spPr>
          <a:xfrm>
            <a:off x="4891490" y="3879120"/>
            <a:ext cx="1896687" cy="2055592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2" name="Text Placeholder 13">
            <a:extLst>
              <a:ext uri="{FF2B5EF4-FFF2-40B4-BE49-F238E27FC236}">
                <a16:creationId xmlns:a16="http://schemas.microsoft.com/office/drawing/2014/main" id="{6AB35901-94D3-C7C4-1CE7-B31E29C657C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DC2C5294-0EFC-A3EC-D994-11DDCFE70D67}"/>
              </a:ext>
            </a:extLst>
          </p:cNvPr>
          <p:cNvSpPr>
            <a:spLocks noGrp="1"/>
          </p:cNvSpPr>
          <p:nvPr>
            <p:ph idx="18"/>
          </p:nvPr>
        </p:nvSpPr>
        <p:spPr>
          <a:xfrm>
            <a:off x="334737" y="1643074"/>
            <a:ext cx="4308874" cy="4307571"/>
          </a:xfrm>
        </p:spPr>
        <p:txBody>
          <a:bodyPr>
            <a:normAutofit/>
          </a:bodyPr>
          <a:lstStyle>
            <a:lvl1pPr>
              <a:defRPr sz="1800" b="0" i="0">
                <a:latin typeface="Acumin Pro" panose="020B0504020202020204" pitchFamily="34" charset="77"/>
              </a:defRPr>
            </a:lvl1pPr>
            <a:lvl2pPr>
              <a:defRPr sz="1700" b="0" i="0">
                <a:latin typeface="Acumin Pro" panose="020B0504020202020204" pitchFamily="34" charset="77"/>
              </a:defRPr>
            </a:lvl2pPr>
            <a:lvl3pPr>
              <a:defRPr sz="1600" b="0" i="0">
                <a:latin typeface="Acumin Pro" panose="020B0504020202020204" pitchFamily="34" charset="77"/>
              </a:defRPr>
            </a:lvl3pPr>
            <a:lvl4pPr>
              <a:defRPr sz="1125"/>
            </a:lvl4pPr>
            <a:lvl5pPr>
              <a:defRPr sz="105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CAC4E08-5A51-BF4F-655E-4E54DD771548}"/>
              </a:ext>
            </a:extLst>
          </p:cNvPr>
          <p:cNvSpPr/>
          <p:nvPr userDrawn="1"/>
        </p:nvSpPr>
        <p:spPr>
          <a:xfrm>
            <a:off x="4891490" y="3395950"/>
            <a:ext cx="3909610" cy="30271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27D80C23-74F3-F853-02BF-83C743039F6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928867" y="3395950"/>
            <a:ext cx="3872135" cy="302715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8F22EB8-4EFD-86A4-8EB8-8A4F1A1AA2DF}"/>
              </a:ext>
            </a:extLst>
          </p:cNvPr>
          <p:cNvSpPr/>
          <p:nvPr userDrawn="1"/>
        </p:nvSpPr>
        <p:spPr>
          <a:xfrm>
            <a:off x="4884613" y="5631998"/>
            <a:ext cx="1884248" cy="30271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b="0" i="0">
              <a:latin typeface="Acumin Pro" panose="020B0504020202020204" pitchFamily="34" charset="77"/>
            </a:endParaRPr>
          </a:p>
        </p:txBody>
      </p:sp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66A4B2AA-E0AE-18DD-BAA3-AF2A9CA6987A}"/>
              </a:ext>
            </a:extLst>
          </p:cNvPr>
          <p:cNvSpPr>
            <a:spLocks noGrp="1"/>
          </p:cNvSpPr>
          <p:nvPr>
            <p:ph type="body" sz="half" idx="19"/>
          </p:nvPr>
        </p:nvSpPr>
        <p:spPr>
          <a:xfrm>
            <a:off x="4921990" y="5631998"/>
            <a:ext cx="1866186" cy="302715"/>
          </a:xfrm>
        </p:spPr>
        <p:txBody>
          <a:bodyPr>
            <a:noAutofit/>
          </a:bodyPr>
          <a:lstStyle>
            <a:lvl1pPr marL="0" indent="0">
              <a:buNone/>
              <a:defRPr sz="14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18B5CD1-FF93-2C9C-1BFF-73A3CE39E65D}"/>
              </a:ext>
            </a:extLst>
          </p:cNvPr>
          <p:cNvSpPr/>
          <p:nvPr userDrawn="1"/>
        </p:nvSpPr>
        <p:spPr>
          <a:xfrm>
            <a:off x="6965414" y="5641704"/>
            <a:ext cx="1823956" cy="30271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16" name="Text Placeholder 3">
            <a:extLst>
              <a:ext uri="{FF2B5EF4-FFF2-40B4-BE49-F238E27FC236}">
                <a16:creationId xmlns:a16="http://schemas.microsoft.com/office/drawing/2014/main" id="{C52272AC-9734-6D60-9441-B5E7B9E4E372}"/>
              </a:ext>
            </a:extLst>
          </p:cNvPr>
          <p:cNvSpPr>
            <a:spLocks noGrp="1"/>
          </p:cNvSpPr>
          <p:nvPr>
            <p:ph type="body" sz="half" idx="20"/>
          </p:nvPr>
        </p:nvSpPr>
        <p:spPr>
          <a:xfrm>
            <a:off x="7002791" y="5641704"/>
            <a:ext cx="1806473" cy="302715"/>
          </a:xfrm>
        </p:spPr>
        <p:txBody>
          <a:bodyPr>
            <a:noAutofit/>
          </a:bodyPr>
          <a:lstStyle>
            <a:lvl1pPr marL="0" indent="0">
              <a:buNone/>
              <a:defRPr sz="14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8" name="Footer Placeholder 17">
            <a:extLst>
              <a:ext uri="{FF2B5EF4-FFF2-40B4-BE49-F238E27FC236}">
                <a16:creationId xmlns:a16="http://schemas.microsoft.com/office/drawing/2014/main" id="{BE9F3313-6532-97CE-1E0D-3A21EA40A39C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pPr algn="r"/>
            <a:r>
              <a:rPr lang="en-US"/>
              <a:t>3/31/23            </a:t>
            </a:r>
            <a:fld id="{2D8F9ACA-D6C0-E54C-B1B8-E9196C9CD104}" type="slidenum">
              <a:rPr lang="en-US" smtClean="0"/>
              <a:pPr algn="r"/>
              <a:t>‹#›</a:t>
            </a:fld>
            <a:endParaRPr lang="en-US" dirty="0"/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73389377-4D07-D241-8D0E-8A871D181FF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344183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 - 3 Blocks - Bl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D4CFF414-FA47-F7EC-7EFB-7073E26BB831}"/>
              </a:ext>
            </a:extLst>
          </p:cNvPr>
          <p:cNvSpPr/>
          <p:nvPr userDrawn="1"/>
        </p:nvSpPr>
        <p:spPr>
          <a:xfrm>
            <a:off x="5953857" y="1315895"/>
            <a:ext cx="2489648" cy="4513267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13C0F4F-1E76-E3A4-E5AA-8FA79C7C69FB}"/>
              </a:ext>
            </a:extLst>
          </p:cNvPr>
          <p:cNvSpPr/>
          <p:nvPr userDrawn="1"/>
        </p:nvSpPr>
        <p:spPr>
          <a:xfrm>
            <a:off x="3315718" y="1315896"/>
            <a:ext cx="2489648" cy="4513267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67105CB-DECE-0616-2A57-776784CFC1CB}"/>
              </a:ext>
            </a:extLst>
          </p:cNvPr>
          <p:cNvSpPr/>
          <p:nvPr userDrawn="1"/>
        </p:nvSpPr>
        <p:spPr>
          <a:xfrm>
            <a:off x="677578" y="1315897"/>
            <a:ext cx="2489648" cy="4513267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1813FE17-B697-FB87-4ED6-D832D798E90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77629" y="1436469"/>
            <a:ext cx="2489597" cy="339561"/>
          </a:xfrm>
        </p:spPr>
        <p:txBody>
          <a:bodyPr>
            <a:noAutofit/>
          </a:bodyPr>
          <a:lstStyle>
            <a:lvl1pPr marL="0" indent="0" algn="ctr" fontAlgn="ctr">
              <a:spcBef>
                <a:spcPts val="0"/>
              </a:spcBef>
              <a:buFontTx/>
              <a:buNone/>
              <a:defRPr sz="1600" b="1" i="0" baseline="0">
                <a:solidFill>
                  <a:schemeClr val="bg1"/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8B65CB9D-AA49-05C2-2100-C63D32C82B85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26458" y="4045824"/>
            <a:ext cx="2213372" cy="155575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endParaRPr lang="en-US" dirty="0"/>
          </a:p>
        </p:txBody>
      </p:sp>
      <p:sp>
        <p:nvSpPr>
          <p:cNvPr id="17" name="Text Placeholder 6">
            <a:extLst>
              <a:ext uri="{FF2B5EF4-FFF2-40B4-BE49-F238E27FC236}">
                <a16:creationId xmlns:a16="http://schemas.microsoft.com/office/drawing/2014/main" id="{43204028-135E-83A2-B94A-693154F531B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15963" y="1436469"/>
            <a:ext cx="2489597" cy="339561"/>
          </a:xfrm>
        </p:spPr>
        <p:txBody>
          <a:bodyPr>
            <a:noAutofit/>
          </a:bodyPr>
          <a:lstStyle>
            <a:lvl1pPr marL="0" indent="0" algn="ctr" fontAlgn="ctr">
              <a:spcBef>
                <a:spcPts val="0"/>
              </a:spcBef>
              <a:buFontTx/>
              <a:buNone/>
              <a:defRPr sz="1600" b="1" i="0" baseline="0">
                <a:solidFill>
                  <a:schemeClr val="bg1"/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19" name="Picture Placeholder 10">
            <a:extLst>
              <a:ext uri="{FF2B5EF4-FFF2-40B4-BE49-F238E27FC236}">
                <a16:creationId xmlns:a16="http://schemas.microsoft.com/office/drawing/2014/main" id="{D4E810FD-2D00-764A-B144-B235C21E32F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464791" y="4045824"/>
            <a:ext cx="2213372" cy="155575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endParaRPr lang="en-US" dirty="0"/>
          </a:p>
        </p:txBody>
      </p:sp>
      <p:sp>
        <p:nvSpPr>
          <p:cNvPr id="21" name="Text Placeholder 6">
            <a:extLst>
              <a:ext uri="{FF2B5EF4-FFF2-40B4-BE49-F238E27FC236}">
                <a16:creationId xmlns:a16="http://schemas.microsoft.com/office/drawing/2014/main" id="{0A71EF50-386A-A3B9-93FB-6EF179A4EE4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954102" y="1433919"/>
            <a:ext cx="2489597" cy="339561"/>
          </a:xfrm>
        </p:spPr>
        <p:txBody>
          <a:bodyPr>
            <a:noAutofit/>
          </a:bodyPr>
          <a:lstStyle>
            <a:lvl1pPr marL="0" indent="0" algn="ctr" fontAlgn="ctr">
              <a:spcBef>
                <a:spcPts val="0"/>
              </a:spcBef>
              <a:buFontTx/>
              <a:buNone/>
              <a:defRPr sz="1600" b="1" i="0" baseline="0">
                <a:solidFill>
                  <a:schemeClr val="bg1"/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23" name="Picture Placeholder 10">
            <a:extLst>
              <a:ext uri="{FF2B5EF4-FFF2-40B4-BE49-F238E27FC236}">
                <a16:creationId xmlns:a16="http://schemas.microsoft.com/office/drawing/2014/main" id="{6AE17ED9-FDD9-34C3-1F7D-9A8EA4C4B40E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102931" y="4043274"/>
            <a:ext cx="2213372" cy="1555750"/>
          </a:xfrm>
        </p:spPr>
        <p:txBody>
          <a:bodyPr/>
          <a:lstStyle>
            <a:lvl1pPr marL="0" indent="0">
              <a:buNone/>
              <a:defRPr b="1"/>
            </a:lvl1pPr>
          </a:lstStyle>
          <a:p>
            <a:endParaRPr lang="en-US" dirty="0"/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77D3ED32-45F9-B948-371F-67E8465B24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A0F278F-8AAE-FA0B-4B47-AB0FFECE69F2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pPr algn="r"/>
            <a:r>
              <a:rPr lang="en-US"/>
              <a:t>3/31/23            </a:t>
            </a:r>
            <a:fld id="{2D8F9ACA-D6C0-E54C-B1B8-E9196C9CD104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3856F49F-59AA-23FB-4600-EC4D944973CD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826458" y="2040673"/>
            <a:ext cx="2213372" cy="1691333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solidFill>
                  <a:schemeClr val="bg1"/>
                </a:solidFill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body copy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5CA6E053-97C0-F5A8-A5C6-62806699EADE}"/>
              </a:ext>
            </a:extLst>
          </p:cNvPr>
          <p:cNvSpPr>
            <a:spLocks noGrp="1"/>
          </p:cNvSpPr>
          <p:nvPr>
            <p:ph type="body" sz="half" idx="20" hasCustomPrompt="1"/>
          </p:nvPr>
        </p:nvSpPr>
        <p:spPr>
          <a:xfrm>
            <a:off x="3464791" y="2040672"/>
            <a:ext cx="2213372" cy="1691333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solidFill>
                  <a:schemeClr val="bg1"/>
                </a:solidFill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body copy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1823F7D4-DD74-2A27-4C24-052C4575CCDF}"/>
              </a:ext>
            </a:extLst>
          </p:cNvPr>
          <p:cNvSpPr>
            <a:spLocks noGrp="1"/>
          </p:cNvSpPr>
          <p:nvPr>
            <p:ph type="body" sz="half" idx="21" hasCustomPrompt="1"/>
          </p:nvPr>
        </p:nvSpPr>
        <p:spPr>
          <a:xfrm>
            <a:off x="6102931" y="2040671"/>
            <a:ext cx="2213372" cy="1691333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solidFill>
                  <a:schemeClr val="bg1"/>
                </a:solidFill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body copy</a:t>
            </a:r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A77476EE-9BD3-9249-BC1B-491B99321F7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671260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 - 3 Blocks - Go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8C98D576-4759-5408-883D-2E56D9D0F603}"/>
              </a:ext>
            </a:extLst>
          </p:cNvPr>
          <p:cNvSpPr/>
          <p:nvPr userDrawn="1"/>
        </p:nvSpPr>
        <p:spPr>
          <a:xfrm>
            <a:off x="5953662" y="1315893"/>
            <a:ext cx="2489648" cy="451326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2C44A1A-1D1D-F2D9-8EC1-EFF25EBA1FB0}"/>
              </a:ext>
            </a:extLst>
          </p:cNvPr>
          <p:cNvSpPr/>
          <p:nvPr userDrawn="1"/>
        </p:nvSpPr>
        <p:spPr>
          <a:xfrm>
            <a:off x="3315523" y="1315894"/>
            <a:ext cx="2489648" cy="451326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138D75A-DD50-6C6E-0A9D-7F77E72C780A}"/>
              </a:ext>
            </a:extLst>
          </p:cNvPr>
          <p:cNvSpPr/>
          <p:nvPr userDrawn="1"/>
        </p:nvSpPr>
        <p:spPr>
          <a:xfrm>
            <a:off x="677384" y="1315895"/>
            <a:ext cx="2489648" cy="451326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/>
          </a:p>
        </p:txBody>
      </p:sp>
      <p:sp>
        <p:nvSpPr>
          <p:cNvPr id="16" name="Text Placeholder 6">
            <a:extLst>
              <a:ext uri="{FF2B5EF4-FFF2-40B4-BE49-F238E27FC236}">
                <a16:creationId xmlns:a16="http://schemas.microsoft.com/office/drawing/2014/main" id="{876A1563-09E6-06B6-EC4A-8E309CC57B1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77435" y="1436467"/>
            <a:ext cx="2489597" cy="339561"/>
          </a:xfrm>
        </p:spPr>
        <p:txBody>
          <a:bodyPr>
            <a:noAutofit/>
          </a:bodyPr>
          <a:lstStyle>
            <a:lvl1pPr marL="0" indent="0" algn="ctr" fontAlgn="ctr">
              <a:spcBef>
                <a:spcPts val="0"/>
              </a:spcBef>
              <a:buFontTx/>
              <a:buNone/>
              <a:defRPr sz="1600" b="1" i="0" baseline="0">
                <a:solidFill>
                  <a:schemeClr val="tx1"/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22" name="Text Placeholder 6">
            <a:extLst>
              <a:ext uri="{FF2B5EF4-FFF2-40B4-BE49-F238E27FC236}">
                <a16:creationId xmlns:a16="http://schemas.microsoft.com/office/drawing/2014/main" id="{AF401EC8-7352-A985-133C-726A718A9E9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15769" y="1436467"/>
            <a:ext cx="2489597" cy="339561"/>
          </a:xfrm>
        </p:spPr>
        <p:txBody>
          <a:bodyPr>
            <a:noAutofit/>
          </a:bodyPr>
          <a:lstStyle>
            <a:lvl1pPr marL="0" indent="0" algn="ctr" fontAlgn="ctr">
              <a:spcBef>
                <a:spcPts val="0"/>
              </a:spcBef>
              <a:buFontTx/>
              <a:buNone/>
              <a:defRPr sz="1600" b="1" i="0" baseline="0">
                <a:solidFill>
                  <a:schemeClr val="tx1"/>
                </a:solidFill>
                <a:latin typeface="Acumin Pro Condensed Semibold" panose="020B0506020202020204" pitchFamily="34" charset="77"/>
              </a:defRPr>
            </a:lvl1pPr>
          </a:lstStyle>
          <a:p>
            <a:pPr marL="0" marR="0" lvl="0" indent="0" algn="ctr" defTabSz="685800" rtl="0" eaLnBrk="1" fontAlgn="t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Click to edit Subhead</a:t>
            </a:r>
          </a:p>
        </p:txBody>
      </p:sp>
      <p:sp>
        <p:nvSpPr>
          <p:cNvPr id="26" name="Text Placeholder 6">
            <a:extLst>
              <a:ext uri="{FF2B5EF4-FFF2-40B4-BE49-F238E27FC236}">
                <a16:creationId xmlns:a16="http://schemas.microsoft.com/office/drawing/2014/main" id="{71A04C69-EC92-81B2-FCD5-39464C669BEB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953908" y="1433917"/>
            <a:ext cx="2489597" cy="339561"/>
          </a:xfrm>
        </p:spPr>
        <p:txBody>
          <a:bodyPr>
            <a:noAutofit/>
          </a:bodyPr>
          <a:lstStyle>
            <a:lvl1pPr marL="0" indent="0" algn="ctr" fontAlgn="ctr">
              <a:spcBef>
                <a:spcPts val="0"/>
              </a:spcBef>
              <a:buFontTx/>
              <a:buNone/>
              <a:defRPr sz="1600" b="1" i="0" baseline="0">
                <a:solidFill>
                  <a:schemeClr val="tx1"/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30" name="Text Placeholder 3">
            <a:extLst>
              <a:ext uri="{FF2B5EF4-FFF2-40B4-BE49-F238E27FC236}">
                <a16:creationId xmlns:a16="http://schemas.microsoft.com/office/drawing/2014/main" id="{AE5BF8CB-9477-F598-75C4-6F35D608B35B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826264" y="2040671"/>
            <a:ext cx="2213372" cy="1691333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solidFill>
                  <a:schemeClr val="tx1"/>
                </a:solidFill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body copy</a:t>
            </a:r>
          </a:p>
        </p:txBody>
      </p:sp>
      <p:sp>
        <p:nvSpPr>
          <p:cNvPr id="31" name="Text Placeholder 3">
            <a:extLst>
              <a:ext uri="{FF2B5EF4-FFF2-40B4-BE49-F238E27FC236}">
                <a16:creationId xmlns:a16="http://schemas.microsoft.com/office/drawing/2014/main" id="{AE6CE746-1703-63A8-BBD4-546AD104E27E}"/>
              </a:ext>
            </a:extLst>
          </p:cNvPr>
          <p:cNvSpPr>
            <a:spLocks noGrp="1"/>
          </p:cNvSpPr>
          <p:nvPr>
            <p:ph type="body" sz="half" idx="24" hasCustomPrompt="1"/>
          </p:nvPr>
        </p:nvSpPr>
        <p:spPr>
          <a:xfrm>
            <a:off x="3453661" y="2065259"/>
            <a:ext cx="2213372" cy="1691333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solidFill>
                  <a:schemeClr val="tx1"/>
                </a:solidFill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 typeface="Wingdings" pitchFamily="2" charset="2"/>
              <a:buNone/>
              <a:tabLst/>
              <a:defRPr/>
            </a:pPr>
            <a:r>
              <a:rPr lang="en-US" dirty="0"/>
              <a:t>Click to edit body copy</a:t>
            </a:r>
          </a:p>
        </p:txBody>
      </p:sp>
      <p:sp>
        <p:nvSpPr>
          <p:cNvPr id="33" name="Picture Placeholder 10">
            <a:extLst>
              <a:ext uri="{FF2B5EF4-FFF2-40B4-BE49-F238E27FC236}">
                <a16:creationId xmlns:a16="http://schemas.microsoft.com/office/drawing/2014/main" id="{53952BA5-2190-5106-0EBD-DA1D15EFBB9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26264" y="4045822"/>
            <a:ext cx="2213372" cy="155575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endParaRPr lang="en-US" dirty="0"/>
          </a:p>
        </p:txBody>
      </p:sp>
      <p:sp>
        <p:nvSpPr>
          <p:cNvPr id="34" name="Picture Placeholder 10">
            <a:extLst>
              <a:ext uri="{FF2B5EF4-FFF2-40B4-BE49-F238E27FC236}">
                <a16:creationId xmlns:a16="http://schemas.microsoft.com/office/drawing/2014/main" id="{835FE666-CADC-4DB4-80A4-BFD9823DE051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464597" y="4045822"/>
            <a:ext cx="2213372" cy="155575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endParaRPr lang="en-US" dirty="0"/>
          </a:p>
        </p:txBody>
      </p:sp>
      <p:sp>
        <p:nvSpPr>
          <p:cNvPr id="35" name="Picture Placeholder 10">
            <a:extLst>
              <a:ext uri="{FF2B5EF4-FFF2-40B4-BE49-F238E27FC236}">
                <a16:creationId xmlns:a16="http://schemas.microsoft.com/office/drawing/2014/main" id="{AECA5017-0E7C-4957-02B2-65FA6C1F6E5F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102736" y="4043272"/>
            <a:ext cx="2213372" cy="1555750"/>
          </a:xfrm>
        </p:spPr>
        <p:txBody>
          <a:bodyPr/>
          <a:lstStyle>
            <a:lvl1pPr marL="0" indent="0">
              <a:buNone/>
              <a:defRPr b="1"/>
            </a:lvl1pPr>
          </a:lstStyle>
          <a:p>
            <a:endParaRPr lang="en-US" dirty="0"/>
          </a:p>
        </p:txBody>
      </p:sp>
      <p:sp>
        <p:nvSpPr>
          <p:cNvPr id="36" name="Text Placeholder 3">
            <a:extLst>
              <a:ext uri="{FF2B5EF4-FFF2-40B4-BE49-F238E27FC236}">
                <a16:creationId xmlns:a16="http://schemas.microsoft.com/office/drawing/2014/main" id="{9F4CE92C-83FA-CA44-69CB-E6229E144199}"/>
              </a:ext>
            </a:extLst>
          </p:cNvPr>
          <p:cNvSpPr>
            <a:spLocks noGrp="1"/>
          </p:cNvSpPr>
          <p:nvPr>
            <p:ph type="body" sz="half" idx="25" hasCustomPrompt="1"/>
          </p:nvPr>
        </p:nvSpPr>
        <p:spPr>
          <a:xfrm>
            <a:off x="6097061" y="2071425"/>
            <a:ext cx="2213372" cy="1691333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solidFill>
                  <a:schemeClr val="tx1"/>
                </a:solidFill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 typeface="Wingdings" pitchFamily="2" charset="2"/>
              <a:buNone/>
              <a:tabLst/>
              <a:defRPr/>
            </a:pPr>
            <a:r>
              <a:rPr lang="en-US" dirty="0"/>
              <a:t>Click to edit body copy</a:t>
            </a:r>
          </a:p>
        </p:txBody>
      </p:sp>
      <p:sp>
        <p:nvSpPr>
          <p:cNvPr id="40" name="Title 39">
            <a:extLst>
              <a:ext uri="{FF2B5EF4-FFF2-40B4-BE49-F238E27FC236}">
                <a16:creationId xmlns:a16="http://schemas.microsoft.com/office/drawing/2014/main" id="{2CAB310C-9DF2-C217-7A37-81705800EB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A4DDE6D-DD47-E873-4306-EBFC1F91F657}"/>
              </a:ext>
            </a:extLst>
          </p:cNvPr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pPr algn="r"/>
            <a:r>
              <a:rPr lang="en-US"/>
              <a:t>3/31/23            </a:t>
            </a:r>
            <a:fld id="{2D8F9ACA-D6C0-E54C-B1B8-E9196C9CD104}" type="slidenum">
              <a:rPr lang="en-US" smtClean="0"/>
              <a:pPr algn="r"/>
              <a:t>‹#›</a:t>
            </a:fld>
            <a:endParaRPr lang="en-US" dirty="0"/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A911DA62-F518-7447-BD47-16E2421CCA9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8946650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 - 5 Color Block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Title 39">
            <a:extLst>
              <a:ext uri="{FF2B5EF4-FFF2-40B4-BE49-F238E27FC236}">
                <a16:creationId xmlns:a16="http://schemas.microsoft.com/office/drawing/2014/main" id="{2CAB310C-9DF2-C217-7A37-81705800EB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979A34A-6A6B-FC98-1EC8-8347FAB1A48F}"/>
              </a:ext>
            </a:extLst>
          </p:cNvPr>
          <p:cNvSpPr/>
          <p:nvPr userDrawn="1"/>
        </p:nvSpPr>
        <p:spPr>
          <a:xfrm>
            <a:off x="756438" y="1660596"/>
            <a:ext cx="1438515" cy="43641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25" dirty="0">
              <a:solidFill>
                <a:schemeClr val="bg1"/>
              </a:solidFill>
              <a:latin typeface="Franklin Gothic Medium" panose="020B0603020102020204" pitchFamily="34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C3F2A76-73C1-7478-1C52-F70D9B50BC0A}"/>
              </a:ext>
            </a:extLst>
          </p:cNvPr>
          <p:cNvSpPr/>
          <p:nvPr userDrawn="1"/>
        </p:nvSpPr>
        <p:spPr>
          <a:xfrm>
            <a:off x="758505" y="2160555"/>
            <a:ext cx="1436449" cy="3233502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750"/>
              </a:spcAft>
              <a:buClr>
                <a:schemeClr val="tx1">
                  <a:lumMod val="50000"/>
                  <a:lumOff val="50000"/>
                </a:schemeClr>
              </a:buClr>
              <a:buSzTx/>
              <a:buFontTx/>
              <a:buNone/>
              <a:tabLst/>
              <a:defRPr/>
            </a:pPr>
            <a:endParaRPr lang="en-GB" sz="900" kern="0" dirty="0">
              <a:solidFill>
                <a:sysClr val="windowText" lastClr="000000"/>
              </a:solidFill>
              <a:latin typeface="Franklin Gothic Book" panose="020B0503020102020204" pitchFamily="34" charset="0"/>
              <a:cs typeface="Calibri Light" panose="020F0302020204030204" pitchFamily="34" charset="0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B6525D0-8078-E003-46A7-FFCB83C221E0}"/>
              </a:ext>
            </a:extLst>
          </p:cNvPr>
          <p:cNvSpPr/>
          <p:nvPr userDrawn="1"/>
        </p:nvSpPr>
        <p:spPr>
          <a:xfrm>
            <a:off x="2284078" y="1660596"/>
            <a:ext cx="1438515" cy="436418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25" dirty="0">
              <a:solidFill>
                <a:schemeClr val="bg1"/>
              </a:solidFill>
              <a:latin typeface="Franklin Gothic Medium" panose="020B0603020102020204" pitchFamily="34" charset="0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E6AD059-9160-4AE4-0F86-92FB0AAD082C}"/>
              </a:ext>
            </a:extLst>
          </p:cNvPr>
          <p:cNvSpPr/>
          <p:nvPr userDrawn="1"/>
        </p:nvSpPr>
        <p:spPr>
          <a:xfrm>
            <a:off x="2286144" y="2160555"/>
            <a:ext cx="1436449" cy="3233502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750"/>
              </a:spcAft>
              <a:buClr>
                <a:schemeClr val="tx1">
                  <a:lumMod val="50000"/>
                  <a:lumOff val="50000"/>
                </a:schemeClr>
              </a:buClr>
              <a:buSzTx/>
              <a:buFontTx/>
              <a:buNone/>
              <a:tabLst/>
              <a:defRPr/>
            </a:pPr>
            <a:endParaRPr lang="en-GB" sz="900" kern="0" dirty="0">
              <a:solidFill>
                <a:sysClr val="windowText" lastClr="000000"/>
              </a:solidFill>
              <a:latin typeface="Franklin Gothic Book" panose="020B0503020102020204" pitchFamily="34" charset="0"/>
              <a:cs typeface="Calibri Light" panose="020F0302020204030204" pitchFamily="34" charset="0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0F701C0-7A2F-0B95-E95C-07302A14CA56}"/>
              </a:ext>
            </a:extLst>
          </p:cNvPr>
          <p:cNvSpPr/>
          <p:nvPr userDrawn="1"/>
        </p:nvSpPr>
        <p:spPr>
          <a:xfrm>
            <a:off x="3811718" y="1660596"/>
            <a:ext cx="1438515" cy="436418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25" dirty="0">
              <a:solidFill>
                <a:schemeClr val="bg1"/>
              </a:solidFill>
              <a:latin typeface="Franklin Gothic Medium" panose="020B0603020102020204" pitchFamily="34" charset="0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AD786ED8-9187-C7FB-F774-CE52A2971FFD}"/>
              </a:ext>
            </a:extLst>
          </p:cNvPr>
          <p:cNvSpPr/>
          <p:nvPr userDrawn="1"/>
        </p:nvSpPr>
        <p:spPr>
          <a:xfrm>
            <a:off x="3813784" y="2160555"/>
            <a:ext cx="1436449" cy="323350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750"/>
              </a:spcAft>
              <a:buClr>
                <a:schemeClr val="tx1">
                  <a:lumMod val="50000"/>
                  <a:lumOff val="50000"/>
                </a:schemeClr>
              </a:buClr>
              <a:buSzTx/>
              <a:buFontTx/>
              <a:buNone/>
              <a:tabLst/>
              <a:defRPr/>
            </a:pPr>
            <a:endParaRPr lang="en-GB" sz="900" kern="0" dirty="0">
              <a:solidFill>
                <a:sysClr val="windowText" lastClr="000000"/>
              </a:solidFill>
              <a:latin typeface="Franklin Gothic Book" panose="020B0503020102020204" pitchFamily="34" charset="0"/>
              <a:cs typeface="Calibri Light" panose="020F0302020204030204" pitchFamily="34" charset="0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A6F5635-02F3-829F-B778-4A766D8D4A2D}"/>
              </a:ext>
            </a:extLst>
          </p:cNvPr>
          <p:cNvSpPr/>
          <p:nvPr userDrawn="1"/>
        </p:nvSpPr>
        <p:spPr>
          <a:xfrm>
            <a:off x="5339357" y="1660596"/>
            <a:ext cx="1438515" cy="436418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25" dirty="0">
              <a:solidFill>
                <a:schemeClr val="bg1"/>
              </a:solidFill>
              <a:latin typeface="Franklin Gothic Medium" panose="020B0603020102020204" pitchFamily="34" charset="0"/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3CBD6A50-2E1C-FDDB-2F9B-D9101B8535C5}"/>
              </a:ext>
            </a:extLst>
          </p:cNvPr>
          <p:cNvSpPr/>
          <p:nvPr userDrawn="1"/>
        </p:nvSpPr>
        <p:spPr>
          <a:xfrm>
            <a:off x="5341424" y="2160555"/>
            <a:ext cx="1436449" cy="3233502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750"/>
              </a:spcAft>
              <a:buClr>
                <a:schemeClr val="tx1">
                  <a:lumMod val="50000"/>
                  <a:lumOff val="50000"/>
                </a:schemeClr>
              </a:buClr>
              <a:buSzTx/>
              <a:buFontTx/>
              <a:buNone/>
              <a:tabLst/>
              <a:defRPr/>
            </a:pPr>
            <a:endParaRPr lang="en-GB" sz="900" kern="0" dirty="0">
              <a:solidFill>
                <a:sysClr val="windowText" lastClr="000000"/>
              </a:solidFill>
              <a:latin typeface="Franklin Gothic Book" panose="020B0503020102020204" pitchFamily="34" charset="0"/>
              <a:cs typeface="Calibri Light" panose="020F0302020204030204" pitchFamily="34" charset="0"/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B239B4FF-413F-3DBC-C6E4-087C951C5464}"/>
              </a:ext>
            </a:extLst>
          </p:cNvPr>
          <p:cNvSpPr/>
          <p:nvPr userDrawn="1"/>
        </p:nvSpPr>
        <p:spPr>
          <a:xfrm>
            <a:off x="6866999" y="1660596"/>
            <a:ext cx="1438515" cy="436418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25" dirty="0">
              <a:solidFill>
                <a:schemeClr val="bg1"/>
              </a:solidFill>
              <a:latin typeface="Franklin Gothic Medium" panose="020B0603020102020204" pitchFamily="34" charset="0"/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CB8434E-9F38-4592-327E-51A570C73E09}"/>
              </a:ext>
            </a:extLst>
          </p:cNvPr>
          <p:cNvSpPr/>
          <p:nvPr userDrawn="1"/>
        </p:nvSpPr>
        <p:spPr>
          <a:xfrm>
            <a:off x="6869065" y="2160555"/>
            <a:ext cx="1436449" cy="3233502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750"/>
              </a:spcAft>
              <a:buClr>
                <a:schemeClr val="tx1">
                  <a:lumMod val="50000"/>
                  <a:lumOff val="50000"/>
                </a:schemeClr>
              </a:buClr>
              <a:buSzTx/>
              <a:buFontTx/>
              <a:buNone/>
              <a:tabLst/>
              <a:defRPr/>
            </a:pPr>
            <a:endParaRPr lang="en-GB" sz="900" kern="0" dirty="0">
              <a:solidFill>
                <a:sysClr val="windowText" lastClr="000000"/>
              </a:solidFill>
              <a:latin typeface="Franklin Gothic Book" panose="020B0503020102020204" pitchFamily="34" charset="0"/>
              <a:cs typeface="Calibri Light" panose="020F0302020204030204" pitchFamily="34" charset="0"/>
            </a:endParaRPr>
          </a:p>
        </p:txBody>
      </p:sp>
      <p:sp>
        <p:nvSpPr>
          <p:cNvPr id="44" name="Text Placeholder 6">
            <a:extLst>
              <a:ext uri="{FF2B5EF4-FFF2-40B4-BE49-F238E27FC236}">
                <a16:creationId xmlns:a16="http://schemas.microsoft.com/office/drawing/2014/main" id="{1BA8130D-B7F2-9815-5056-6F334D4BBAE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6438" y="1783909"/>
            <a:ext cx="1438514" cy="220506"/>
          </a:xfrm>
        </p:spPr>
        <p:txBody>
          <a:bodyPr>
            <a:noAutofit/>
          </a:bodyPr>
          <a:lstStyle>
            <a:lvl1pPr marL="0" indent="0" algn="ctr" fontAlgn="t">
              <a:spcBef>
                <a:spcPts val="0"/>
              </a:spcBef>
              <a:buFontTx/>
              <a:buNone/>
              <a:defRPr sz="1200" b="1" i="0" baseline="0">
                <a:solidFill>
                  <a:schemeClr val="bg1"/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45" name="Text Placeholder 6">
            <a:extLst>
              <a:ext uri="{FF2B5EF4-FFF2-40B4-BE49-F238E27FC236}">
                <a16:creationId xmlns:a16="http://schemas.microsoft.com/office/drawing/2014/main" id="{A41A66E4-0B84-E1FB-88CD-3E0E6E80C49D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2284078" y="1768552"/>
            <a:ext cx="1438514" cy="220506"/>
          </a:xfrm>
        </p:spPr>
        <p:txBody>
          <a:bodyPr>
            <a:noAutofit/>
          </a:bodyPr>
          <a:lstStyle>
            <a:lvl1pPr marL="0" indent="0" algn="ctr" fontAlgn="t">
              <a:spcBef>
                <a:spcPts val="0"/>
              </a:spcBef>
              <a:buFontTx/>
              <a:buNone/>
              <a:defRPr sz="1200" b="1" i="0" baseline="0">
                <a:solidFill>
                  <a:schemeClr val="bg1"/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46" name="Text Placeholder 6">
            <a:extLst>
              <a:ext uri="{FF2B5EF4-FFF2-40B4-BE49-F238E27FC236}">
                <a16:creationId xmlns:a16="http://schemas.microsoft.com/office/drawing/2014/main" id="{235E5CE7-3D80-1BB5-DACD-8A63CA927E9A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3811718" y="1768552"/>
            <a:ext cx="1438514" cy="220506"/>
          </a:xfrm>
        </p:spPr>
        <p:txBody>
          <a:bodyPr>
            <a:noAutofit/>
          </a:bodyPr>
          <a:lstStyle>
            <a:lvl1pPr marL="0" indent="0" algn="ctr" fontAlgn="t">
              <a:spcBef>
                <a:spcPts val="0"/>
              </a:spcBef>
              <a:buFontTx/>
              <a:buNone/>
              <a:defRPr sz="1200" b="1" i="0" baseline="0">
                <a:solidFill>
                  <a:schemeClr val="bg1"/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47" name="Text Placeholder 6">
            <a:extLst>
              <a:ext uri="{FF2B5EF4-FFF2-40B4-BE49-F238E27FC236}">
                <a16:creationId xmlns:a16="http://schemas.microsoft.com/office/drawing/2014/main" id="{685C02D4-EA4F-4962-D397-F6439EC5C6E9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339358" y="1768552"/>
            <a:ext cx="1438514" cy="220506"/>
          </a:xfrm>
        </p:spPr>
        <p:txBody>
          <a:bodyPr>
            <a:noAutofit/>
          </a:bodyPr>
          <a:lstStyle>
            <a:lvl1pPr marL="0" indent="0" algn="ctr" fontAlgn="t">
              <a:spcBef>
                <a:spcPts val="0"/>
              </a:spcBef>
              <a:buFontTx/>
              <a:buNone/>
              <a:defRPr sz="1200" b="1" i="0" baseline="0">
                <a:solidFill>
                  <a:schemeClr val="bg1"/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48" name="Text Placeholder 6">
            <a:extLst>
              <a:ext uri="{FF2B5EF4-FFF2-40B4-BE49-F238E27FC236}">
                <a16:creationId xmlns:a16="http://schemas.microsoft.com/office/drawing/2014/main" id="{1F46F0A7-55C4-6BAE-BCB0-157A86C91997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6867000" y="1770870"/>
            <a:ext cx="1438514" cy="220506"/>
          </a:xfrm>
        </p:spPr>
        <p:txBody>
          <a:bodyPr>
            <a:noAutofit/>
          </a:bodyPr>
          <a:lstStyle>
            <a:lvl1pPr marL="0" indent="0" algn="ctr" fontAlgn="t">
              <a:spcBef>
                <a:spcPts val="0"/>
              </a:spcBef>
              <a:buFontTx/>
              <a:buNone/>
              <a:defRPr sz="1200" b="1" i="0" baseline="0">
                <a:solidFill>
                  <a:schemeClr val="bg1"/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49" name="Text Placeholder 3">
            <a:extLst>
              <a:ext uri="{FF2B5EF4-FFF2-40B4-BE49-F238E27FC236}">
                <a16:creationId xmlns:a16="http://schemas.microsoft.com/office/drawing/2014/main" id="{9E69C3F7-0A3A-FAC2-6540-8BB750E9AA4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8487" y="2312717"/>
            <a:ext cx="1243702" cy="2958028"/>
          </a:xfrm>
        </p:spPr>
        <p:txBody>
          <a:bodyPr>
            <a:normAutofit/>
          </a:bodyPr>
          <a:lstStyle>
            <a:lvl1pPr marL="0" indent="0">
              <a:buNone/>
              <a:defRPr sz="10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0" name="Text Placeholder 3">
            <a:extLst>
              <a:ext uri="{FF2B5EF4-FFF2-40B4-BE49-F238E27FC236}">
                <a16:creationId xmlns:a16="http://schemas.microsoft.com/office/drawing/2014/main" id="{040CB427-2320-1A81-037C-6D83BCA5B36F}"/>
              </a:ext>
            </a:extLst>
          </p:cNvPr>
          <p:cNvSpPr>
            <a:spLocks noGrp="1"/>
          </p:cNvSpPr>
          <p:nvPr>
            <p:ph type="body" sz="half" idx="32"/>
          </p:nvPr>
        </p:nvSpPr>
        <p:spPr>
          <a:xfrm>
            <a:off x="2381484" y="2299864"/>
            <a:ext cx="1243702" cy="2958028"/>
          </a:xfrm>
        </p:spPr>
        <p:txBody>
          <a:bodyPr>
            <a:normAutofit/>
          </a:bodyPr>
          <a:lstStyle>
            <a:lvl1pPr marL="0" indent="0">
              <a:buNone/>
              <a:defRPr sz="10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1" name="Text Placeholder 3">
            <a:extLst>
              <a:ext uri="{FF2B5EF4-FFF2-40B4-BE49-F238E27FC236}">
                <a16:creationId xmlns:a16="http://schemas.microsoft.com/office/drawing/2014/main" id="{3144BCA8-7BD5-8323-CDAB-E5362D78AA68}"/>
              </a:ext>
            </a:extLst>
          </p:cNvPr>
          <p:cNvSpPr>
            <a:spLocks noGrp="1"/>
          </p:cNvSpPr>
          <p:nvPr>
            <p:ph type="body" sz="half" idx="33"/>
          </p:nvPr>
        </p:nvSpPr>
        <p:spPr>
          <a:xfrm>
            <a:off x="3909124" y="2298292"/>
            <a:ext cx="1243702" cy="2958028"/>
          </a:xfrm>
        </p:spPr>
        <p:txBody>
          <a:bodyPr>
            <a:normAutofit/>
          </a:bodyPr>
          <a:lstStyle>
            <a:lvl1pPr marL="0" indent="0">
              <a:buNone/>
              <a:defRPr sz="10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2" name="Text Placeholder 3">
            <a:extLst>
              <a:ext uri="{FF2B5EF4-FFF2-40B4-BE49-F238E27FC236}">
                <a16:creationId xmlns:a16="http://schemas.microsoft.com/office/drawing/2014/main" id="{82EC0719-39BA-B2AB-F29D-3C947DC78925}"/>
              </a:ext>
            </a:extLst>
          </p:cNvPr>
          <p:cNvSpPr>
            <a:spLocks noGrp="1"/>
          </p:cNvSpPr>
          <p:nvPr>
            <p:ph type="body" sz="half" idx="34"/>
          </p:nvPr>
        </p:nvSpPr>
        <p:spPr>
          <a:xfrm>
            <a:off x="5436764" y="2298292"/>
            <a:ext cx="1243702" cy="2958028"/>
          </a:xfrm>
        </p:spPr>
        <p:txBody>
          <a:bodyPr>
            <a:normAutofit/>
          </a:bodyPr>
          <a:lstStyle>
            <a:lvl1pPr marL="0" indent="0">
              <a:buNone/>
              <a:defRPr sz="10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3" name="Text Placeholder 3">
            <a:extLst>
              <a:ext uri="{FF2B5EF4-FFF2-40B4-BE49-F238E27FC236}">
                <a16:creationId xmlns:a16="http://schemas.microsoft.com/office/drawing/2014/main" id="{B939ED29-1A95-3771-8E52-C1F99F848ABD}"/>
              </a:ext>
            </a:extLst>
          </p:cNvPr>
          <p:cNvSpPr>
            <a:spLocks noGrp="1"/>
          </p:cNvSpPr>
          <p:nvPr>
            <p:ph type="body" sz="half" idx="35"/>
          </p:nvPr>
        </p:nvSpPr>
        <p:spPr>
          <a:xfrm>
            <a:off x="6964405" y="2312717"/>
            <a:ext cx="1243702" cy="2958028"/>
          </a:xfrm>
        </p:spPr>
        <p:txBody>
          <a:bodyPr>
            <a:normAutofit/>
          </a:bodyPr>
          <a:lstStyle>
            <a:lvl1pPr marL="0" indent="0">
              <a:buNone/>
              <a:defRPr sz="10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4" name="Text Placeholder 13">
            <a:extLst>
              <a:ext uri="{FF2B5EF4-FFF2-40B4-BE49-F238E27FC236}">
                <a16:creationId xmlns:a16="http://schemas.microsoft.com/office/drawing/2014/main" id="{F45DEB53-8B0A-80C6-DDED-B7234423508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AE58850-3E44-9220-12DF-98BC6F729C54}"/>
              </a:ext>
            </a:extLst>
          </p:cNvPr>
          <p:cNvSpPr>
            <a:spLocks noGrp="1"/>
          </p:cNvSpPr>
          <p:nvPr>
            <p:ph type="ftr" sz="quarter" idx="36"/>
          </p:nvPr>
        </p:nvSpPr>
        <p:spPr/>
        <p:txBody>
          <a:bodyPr/>
          <a:lstStyle/>
          <a:p>
            <a:pPr algn="r"/>
            <a:r>
              <a:rPr lang="en-US"/>
              <a:t>3/31/23            </a:t>
            </a:r>
            <a:fld id="{2D8F9ACA-D6C0-E54C-B1B8-E9196C9CD104}" type="slidenum">
              <a:rPr lang="en-US" smtClean="0"/>
              <a:pPr algn="r"/>
              <a:t>‹#›</a:t>
            </a:fld>
            <a:endParaRPr lang="en-US" dirty="0"/>
          </a:p>
        </p:txBody>
      </p:sp>
      <p:pic>
        <p:nvPicPr>
          <p:cNvPr id="33" name="Picture 32">
            <a:extLst>
              <a:ext uri="{FF2B5EF4-FFF2-40B4-BE49-F238E27FC236}">
                <a16:creationId xmlns:a16="http://schemas.microsoft.com/office/drawing/2014/main" id="{6976A537-883F-374A-AD56-EC40D05206E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7540712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with Caption - Black Diagonal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DC36684E-7DEE-F47A-FA01-89E8EC8104A0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207789" y="-9524"/>
            <a:ext cx="4936211" cy="6867524"/>
          </a:xfrm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500C207-AC1E-087B-DE95-A55BC82CAF9A}"/>
              </a:ext>
            </a:extLst>
          </p:cNvPr>
          <p:cNvSpPr/>
          <p:nvPr userDrawn="1"/>
        </p:nvSpPr>
        <p:spPr>
          <a:xfrm>
            <a:off x="1" y="-9440"/>
            <a:ext cx="5463152" cy="6882938"/>
          </a:xfrm>
          <a:custGeom>
            <a:avLst/>
            <a:gdLst>
              <a:gd name="connsiteX0" fmla="*/ 0 w 7284203"/>
              <a:gd name="connsiteY0" fmla="*/ 0 h 6867440"/>
              <a:gd name="connsiteX1" fmla="*/ 7284203 w 7284203"/>
              <a:gd name="connsiteY1" fmla="*/ 0 h 6867440"/>
              <a:gd name="connsiteX2" fmla="*/ 7284203 w 7284203"/>
              <a:gd name="connsiteY2" fmla="*/ 6867440 h 6867440"/>
              <a:gd name="connsiteX3" fmla="*/ 0 w 7284203"/>
              <a:gd name="connsiteY3" fmla="*/ 6867440 h 6867440"/>
              <a:gd name="connsiteX4" fmla="*/ 0 w 7284203"/>
              <a:gd name="connsiteY4" fmla="*/ 0 h 6867440"/>
              <a:gd name="connsiteX0" fmla="*/ 0 w 7284203"/>
              <a:gd name="connsiteY0" fmla="*/ 0 h 6867440"/>
              <a:gd name="connsiteX1" fmla="*/ 7284203 w 7284203"/>
              <a:gd name="connsiteY1" fmla="*/ 0 h 6867440"/>
              <a:gd name="connsiteX2" fmla="*/ 5114441 w 7284203"/>
              <a:gd name="connsiteY2" fmla="*/ 6867440 h 6867440"/>
              <a:gd name="connsiteX3" fmla="*/ 0 w 7284203"/>
              <a:gd name="connsiteY3" fmla="*/ 6867440 h 6867440"/>
              <a:gd name="connsiteX4" fmla="*/ 0 w 7284203"/>
              <a:gd name="connsiteY4" fmla="*/ 0 h 6867440"/>
              <a:gd name="connsiteX0" fmla="*/ 0 w 7284203"/>
              <a:gd name="connsiteY0" fmla="*/ 0 h 6882938"/>
              <a:gd name="connsiteX1" fmla="*/ 7284203 w 7284203"/>
              <a:gd name="connsiteY1" fmla="*/ 0 h 6882938"/>
              <a:gd name="connsiteX2" fmla="*/ 5610386 w 7284203"/>
              <a:gd name="connsiteY2" fmla="*/ 6882938 h 6882938"/>
              <a:gd name="connsiteX3" fmla="*/ 0 w 7284203"/>
              <a:gd name="connsiteY3" fmla="*/ 6867440 h 6882938"/>
              <a:gd name="connsiteX4" fmla="*/ 0 w 7284203"/>
              <a:gd name="connsiteY4" fmla="*/ 0 h 68829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284203" h="6882938">
                <a:moveTo>
                  <a:pt x="0" y="0"/>
                </a:moveTo>
                <a:lnTo>
                  <a:pt x="7284203" y="0"/>
                </a:lnTo>
                <a:lnTo>
                  <a:pt x="5610386" y="6882938"/>
                </a:lnTo>
                <a:lnTo>
                  <a:pt x="0" y="6867440"/>
                </a:lnTo>
                <a:lnTo>
                  <a:pt x="0" y="0"/>
                </a:lnTo>
                <a:close/>
              </a:path>
            </a:pathLst>
          </a:cu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B2696218-EA6F-DE53-DF14-6383AEA462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6504" y="891153"/>
            <a:ext cx="2949178" cy="1600200"/>
          </a:xfrm>
        </p:spPr>
        <p:txBody>
          <a:bodyPr anchor="b">
            <a:normAutofit/>
          </a:bodyPr>
          <a:lstStyle>
            <a:lvl1pPr>
              <a:defRPr sz="32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4B620EBE-30BB-D534-67D3-D8578AA6839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56504" y="2491353"/>
            <a:ext cx="2949178" cy="3811588"/>
          </a:xfrm>
        </p:spPr>
        <p:txBody>
          <a:bodyPr>
            <a:normAutofit/>
          </a:bodyPr>
          <a:lstStyle>
            <a:lvl1pPr marL="0" indent="0">
              <a:buNone/>
              <a:defRPr sz="1800" b="0" i="0">
                <a:solidFill>
                  <a:schemeClr val="bg1"/>
                </a:solidFill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6A0ED9A8-0DA3-BC24-94A1-086C8ECA8189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DBDBD18-96E0-3342-A809-2FF8511966F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6374836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with Caption - White Diagonal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DC36684E-7DEE-F47A-FA01-89E8EC8104A0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207789" y="-9525"/>
            <a:ext cx="4936211" cy="6892463"/>
          </a:xfrm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500C207-AC1E-087B-DE95-A55BC82CAF9A}"/>
              </a:ext>
            </a:extLst>
          </p:cNvPr>
          <p:cNvSpPr/>
          <p:nvPr userDrawn="1"/>
        </p:nvSpPr>
        <p:spPr>
          <a:xfrm>
            <a:off x="1" y="0"/>
            <a:ext cx="5463152" cy="6882938"/>
          </a:xfrm>
          <a:custGeom>
            <a:avLst/>
            <a:gdLst>
              <a:gd name="connsiteX0" fmla="*/ 0 w 7284203"/>
              <a:gd name="connsiteY0" fmla="*/ 0 h 6867440"/>
              <a:gd name="connsiteX1" fmla="*/ 7284203 w 7284203"/>
              <a:gd name="connsiteY1" fmla="*/ 0 h 6867440"/>
              <a:gd name="connsiteX2" fmla="*/ 7284203 w 7284203"/>
              <a:gd name="connsiteY2" fmla="*/ 6867440 h 6867440"/>
              <a:gd name="connsiteX3" fmla="*/ 0 w 7284203"/>
              <a:gd name="connsiteY3" fmla="*/ 6867440 h 6867440"/>
              <a:gd name="connsiteX4" fmla="*/ 0 w 7284203"/>
              <a:gd name="connsiteY4" fmla="*/ 0 h 6867440"/>
              <a:gd name="connsiteX0" fmla="*/ 0 w 7284203"/>
              <a:gd name="connsiteY0" fmla="*/ 0 h 6867440"/>
              <a:gd name="connsiteX1" fmla="*/ 7284203 w 7284203"/>
              <a:gd name="connsiteY1" fmla="*/ 0 h 6867440"/>
              <a:gd name="connsiteX2" fmla="*/ 5114441 w 7284203"/>
              <a:gd name="connsiteY2" fmla="*/ 6867440 h 6867440"/>
              <a:gd name="connsiteX3" fmla="*/ 0 w 7284203"/>
              <a:gd name="connsiteY3" fmla="*/ 6867440 h 6867440"/>
              <a:gd name="connsiteX4" fmla="*/ 0 w 7284203"/>
              <a:gd name="connsiteY4" fmla="*/ 0 h 6867440"/>
              <a:gd name="connsiteX0" fmla="*/ 0 w 7284203"/>
              <a:gd name="connsiteY0" fmla="*/ 0 h 6882938"/>
              <a:gd name="connsiteX1" fmla="*/ 7284203 w 7284203"/>
              <a:gd name="connsiteY1" fmla="*/ 0 h 6882938"/>
              <a:gd name="connsiteX2" fmla="*/ 5610386 w 7284203"/>
              <a:gd name="connsiteY2" fmla="*/ 6882938 h 6882938"/>
              <a:gd name="connsiteX3" fmla="*/ 0 w 7284203"/>
              <a:gd name="connsiteY3" fmla="*/ 6867440 h 6882938"/>
              <a:gd name="connsiteX4" fmla="*/ 0 w 7284203"/>
              <a:gd name="connsiteY4" fmla="*/ 0 h 68829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284203" h="6882938">
                <a:moveTo>
                  <a:pt x="0" y="0"/>
                </a:moveTo>
                <a:lnTo>
                  <a:pt x="7284203" y="0"/>
                </a:lnTo>
                <a:lnTo>
                  <a:pt x="5610386" y="6882938"/>
                </a:lnTo>
                <a:lnTo>
                  <a:pt x="0" y="6867440"/>
                </a:lnTo>
                <a:lnTo>
                  <a:pt x="0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B2696218-EA6F-DE53-DF14-6383AEA4621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56504" y="891153"/>
            <a:ext cx="2949178" cy="1600200"/>
          </a:xfrm>
        </p:spPr>
        <p:txBody>
          <a:bodyPr anchor="b">
            <a:normAutofit/>
          </a:bodyPr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4B620EBE-30BB-D534-67D3-D8578AA6839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56504" y="2491353"/>
            <a:ext cx="2949178" cy="3811588"/>
          </a:xfrm>
        </p:spPr>
        <p:txBody>
          <a:bodyPr>
            <a:normAutofit/>
          </a:bodyPr>
          <a:lstStyle>
            <a:lvl1pPr marL="0" indent="0">
              <a:buNone/>
              <a:defRPr sz="1800" b="0" i="0">
                <a:solidFill>
                  <a:schemeClr val="tx1"/>
                </a:solidFill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7511E696-D9D7-67E3-048E-80603F311A2E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BC21FF41-B1B2-D04A-8A0A-A90E9981603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1502010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Slide - Blac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lack Triangle">
            <a:extLst>
              <a:ext uri="{FF2B5EF4-FFF2-40B4-BE49-F238E27FC236}">
                <a16:creationId xmlns:a16="http://schemas.microsoft.com/office/drawing/2014/main" id="{E6FF8326-7C7F-B6EE-5081-7AD19B61BF9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467600" y="0"/>
            <a:ext cx="1676400" cy="6858000"/>
          </a:xfrm>
          <a:prstGeom prst="rect">
            <a:avLst/>
          </a:prstGeom>
          <a:noFill/>
        </p:spPr>
      </p:pic>
      <p:sp>
        <p:nvSpPr>
          <p:cNvPr id="6" name="Triangle 5">
            <a:extLst>
              <a:ext uri="{FF2B5EF4-FFF2-40B4-BE49-F238E27FC236}">
                <a16:creationId xmlns:a16="http://schemas.microsoft.com/office/drawing/2014/main" id="{47BD40D6-A6F9-8B8C-560F-0C7A97097E8F}"/>
              </a:ext>
            </a:extLst>
          </p:cNvPr>
          <p:cNvSpPr/>
          <p:nvPr userDrawn="1"/>
        </p:nvSpPr>
        <p:spPr>
          <a:xfrm>
            <a:off x="7466030" y="-9439"/>
            <a:ext cx="1685041" cy="6867440"/>
          </a:xfrm>
          <a:custGeom>
            <a:avLst/>
            <a:gdLst>
              <a:gd name="connsiteX0" fmla="*/ 0 w 2243579"/>
              <a:gd name="connsiteY0" fmla="*/ 0 h 6881568"/>
              <a:gd name="connsiteX1" fmla="*/ 2243579 w 2243579"/>
              <a:gd name="connsiteY1" fmla="*/ 0 h 6881568"/>
              <a:gd name="connsiteX2" fmla="*/ 2243579 w 2243579"/>
              <a:gd name="connsiteY2" fmla="*/ 6881568 h 6881568"/>
              <a:gd name="connsiteX3" fmla="*/ 0 w 2243579"/>
              <a:gd name="connsiteY3" fmla="*/ 6881568 h 6881568"/>
              <a:gd name="connsiteX4" fmla="*/ 0 w 2243579"/>
              <a:gd name="connsiteY4" fmla="*/ 0 h 6881568"/>
              <a:gd name="connsiteX0" fmla="*/ 1300899 w 2243579"/>
              <a:gd name="connsiteY0" fmla="*/ 565608 h 6881568"/>
              <a:gd name="connsiteX1" fmla="*/ 2243579 w 2243579"/>
              <a:gd name="connsiteY1" fmla="*/ 0 h 6881568"/>
              <a:gd name="connsiteX2" fmla="*/ 2243579 w 2243579"/>
              <a:gd name="connsiteY2" fmla="*/ 6881568 h 6881568"/>
              <a:gd name="connsiteX3" fmla="*/ 0 w 2243579"/>
              <a:gd name="connsiteY3" fmla="*/ 6881568 h 6881568"/>
              <a:gd name="connsiteX4" fmla="*/ 1300899 w 2243579"/>
              <a:gd name="connsiteY4" fmla="*/ 565608 h 6881568"/>
              <a:gd name="connsiteX0" fmla="*/ 1602557 w 2243579"/>
              <a:gd name="connsiteY0" fmla="*/ 18854 h 6881568"/>
              <a:gd name="connsiteX1" fmla="*/ 2243579 w 2243579"/>
              <a:gd name="connsiteY1" fmla="*/ 0 h 6881568"/>
              <a:gd name="connsiteX2" fmla="*/ 2243579 w 2243579"/>
              <a:gd name="connsiteY2" fmla="*/ 6881568 h 6881568"/>
              <a:gd name="connsiteX3" fmla="*/ 0 w 2243579"/>
              <a:gd name="connsiteY3" fmla="*/ 6881568 h 6881568"/>
              <a:gd name="connsiteX4" fmla="*/ 1602557 w 2243579"/>
              <a:gd name="connsiteY4" fmla="*/ 18854 h 6881568"/>
              <a:gd name="connsiteX0" fmla="*/ 1319753 w 1960775"/>
              <a:gd name="connsiteY0" fmla="*/ 18854 h 6881568"/>
              <a:gd name="connsiteX1" fmla="*/ 1960775 w 1960775"/>
              <a:gd name="connsiteY1" fmla="*/ 0 h 6881568"/>
              <a:gd name="connsiteX2" fmla="*/ 1960775 w 1960775"/>
              <a:gd name="connsiteY2" fmla="*/ 6881568 h 6881568"/>
              <a:gd name="connsiteX3" fmla="*/ 0 w 1960775"/>
              <a:gd name="connsiteY3" fmla="*/ 6806154 h 6881568"/>
              <a:gd name="connsiteX4" fmla="*/ 1319753 w 1960775"/>
              <a:gd name="connsiteY4" fmla="*/ 18854 h 6881568"/>
              <a:gd name="connsiteX0" fmla="*/ 1593130 w 2234152"/>
              <a:gd name="connsiteY0" fmla="*/ 18854 h 6881569"/>
              <a:gd name="connsiteX1" fmla="*/ 2234152 w 2234152"/>
              <a:gd name="connsiteY1" fmla="*/ 0 h 6881569"/>
              <a:gd name="connsiteX2" fmla="*/ 2234152 w 2234152"/>
              <a:gd name="connsiteY2" fmla="*/ 6881568 h 6881569"/>
              <a:gd name="connsiteX3" fmla="*/ 0 w 2234152"/>
              <a:gd name="connsiteY3" fmla="*/ 6881569 h 6881569"/>
              <a:gd name="connsiteX4" fmla="*/ 1593130 w 2234152"/>
              <a:gd name="connsiteY4" fmla="*/ 18854 h 6881569"/>
              <a:gd name="connsiteX0" fmla="*/ 1583717 w 2234152"/>
              <a:gd name="connsiteY0" fmla="*/ 9420 h 6881569"/>
              <a:gd name="connsiteX1" fmla="*/ 2234152 w 2234152"/>
              <a:gd name="connsiteY1" fmla="*/ 0 h 6881569"/>
              <a:gd name="connsiteX2" fmla="*/ 2234152 w 2234152"/>
              <a:gd name="connsiteY2" fmla="*/ 6881568 h 6881569"/>
              <a:gd name="connsiteX3" fmla="*/ 0 w 2234152"/>
              <a:gd name="connsiteY3" fmla="*/ 6881569 h 6881569"/>
              <a:gd name="connsiteX4" fmla="*/ 1583717 w 2234152"/>
              <a:gd name="connsiteY4" fmla="*/ 9420 h 6881569"/>
              <a:gd name="connsiteX0" fmla="*/ 1583717 w 2243566"/>
              <a:gd name="connsiteY0" fmla="*/ 0 h 6872149"/>
              <a:gd name="connsiteX1" fmla="*/ 2243566 w 2243566"/>
              <a:gd name="connsiteY1" fmla="*/ 12 h 6872149"/>
              <a:gd name="connsiteX2" fmla="*/ 2234152 w 2243566"/>
              <a:gd name="connsiteY2" fmla="*/ 6872148 h 6872149"/>
              <a:gd name="connsiteX3" fmla="*/ 0 w 2243566"/>
              <a:gd name="connsiteY3" fmla="*/ 6872149 h 6872149"/>
              <a:gd name="connsiteX4" fmla="*/ 1583717 w 2243566"/>
              <a:gd name="connsiteY4" fmla="*/ 0 h 68721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243566" h="6872149">
                <a:moveTo>
                  <a:pt x="1583717" y="0"/>
                </a:moveTo>
                <a:lnTo>
                  <a:pt x="2243566" y="12"/>
                </a:lnTo>
                <a:lnTo>
                  <a:pt x="2234152" y="6872148"/>
                </a:lnTo>
                <a:lnTo>
                  <a:pt x="0" y="6872149"/>
                </a:lnTo>
                <a:lnTo>
                  <a:pt x="1583717" y="0"/>
                </a:lnTo>
                <a:close/>
              </a:path>
            </a:pathLst>
          </a:custGeom>
          <a:solidFill>
            <a:srgbClr val="CFB99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11870E27-202E-F717-3FB6-D69451DF139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3803" y="2466281"/>
            <a:ext cx="5986234" cy="719757"/>
          </a:xfrm>
        </p:spPr>
        <p:txBody>
          <a:bodyPr>
            <a:noAutofit/>
          </a:bodyPr>
          <a:lstStyle>
            <a:lvl1pPr>
              <a:defRPr sz="7200" cap="none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THANK YOU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3F3E966E-ACAB-E285-70D0-66AC08DF138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93255" y="3434011"/>
            <a:ext cx="5905925" cy="449263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1800" b="0" i="0">
                <a:solidFill>
                  <a:schemeClr val="bg2"/>
                </a:solidFill>
                <a:latin typeface="Acumin Pro" panose="020B0504020202020204" pitchFamily="34" charset="77"/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dirty="0"/>
              <a:t>Click to add contact info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E544E4A-5B5C-3341-99E5-E104859854E1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56134" y="5839622"/>
            <a:ext cx="4062047" cy="4300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3653978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Slide - Gold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lack Triangle">
            <a:extLst>
              <a:ext uri="{FF2B5EF4-FFF2-40B4-BE49-F238E27FC236}">
                <a16:creationId xmlns:a16="http://schemas.microsoft.com/office/drawing/2014/main" id="{E6FF8326-7C7F-B6EE-5081-7AD19B61BF9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467600" y="0"/>
            <a:ext cx="1676400" cy="6858000"/>
          </a:xfrm>
          <a:prstGeom prst="rect">
            <a:avLst/>
          </a:prstGeom>
          <a:noFill/>
        </p:spPr>
      </p:pic>
      <p:sp>
        <p:nvSpPr>
          <p:cNvPr id="3" name="Title 6">
            <a:extLst>
              <a:ext uri="{FF2B5EF4-FFF2-40B4-BE49-F238E27FC236}">
                <a16:creationId xmlns:a16="http://schemas.microsoft.com/office/drawing/2014/main" id="{1648B145-A545-0D6D-AFF0-0F715C90759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3803" y="2466281"/>
            <a:ext cx="5986234" cy="719757"/>
          </a:xfrm>
        </p:spPr>
        <p:txBody>
          <a:bodyPr>
            <a:noAutofit/>
          </a:bodyPr>
          <a:lstStyle>
            <a:lvl1pPr>
              <a:defRPr sz="7200" cap="none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THANK YOU</a:t>
            </a:r>
          </a:p>
        </p:txBody>
      </p:sp>
      <p:sp>
        <p:nvSpPr>
          <p:cNvPr id="5" name="Text Placeholder 8">
            <a:extLst>
              <a:ext uri="{FF2B5EF4-FFF2-40B4-BE49-F238E27FC236}">
                <a16:creationId xmlns:a16="http://schemas.microsoft.com/office/drawing/2014/main" id="{E3D40940-377F-6BBC-02CB-083B672BF56B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93255" y="3434011"/>
            <a:ext cx="5905925" cy="449263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1800" b="0" i="0">
                <a:solidFill>
                  <a:schemeClr val="tx1"/>
                </a:solidFill>
                <a:latin typeface="Acumin Pro" panose="020B0504020202020204" pitchFamily="34" charset="77"/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dirty="0"/>
              <a:t>Click to add contact info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A19E352-9704-594E-BAD1-167251E51BAB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56134" y="5839622"/>
            <a:ext cx="4062046" cy="4300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802538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F19200A-5F39-EB36-4116-B2C1717CC7A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461174" y="6295058"/>
            <a:ext cx="1339925" cy="32397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>
                <a:solidFill>
                  <a:schemeClr val="tx1">
                    <a:tint val="75000"/>
                  </a:schemeClr>
                </a:solidFill>
                <a:latin typeface="Acumin Pro" panose="020B0504020202020204" pitchFamily="34" charset="77"/>
              </a:defRPr>
            </a:lvl1pPr>
          </a:lstStyle>
          <a:p>
            <a:pPr algn="r"/>
            <a:r>
              <a:rPr lang="en-US" dirty="0"/>
              <a:t>3/31/23            </a:t>
            </a:r>
            <a:fld id="{9F076166-0C3B-2C4F-B933-99EF0896CC39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AAF61CC-58D4-72CE-66CA-BFE87D085D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1064" y="385004"/>
            <a:ext cx="8450036" cy="58903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slide title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FD4295-B2CD-F1FF-F99B-B267D1740F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51064" y="1192696"/>
            <a:ext cx="8450036" cy="483799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38256148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86" r:id="rId2"/>
    <p:sldLayoutId id="2147483702" r:id="rId3"/>
    <p:sldLayoutId id="2147483708" r:id="rId4"/>
    <p:sldLayoutId id="2147483687" r:id="rId5"/>
    <p:sldLayoutId id="2147483714" r:id="rId6"/>
    <p:sldLayoutId id="2147483688" r:id="rId7"/>
    <p:sldLayoutId id="2147483650" r:id="rId8"/>
    <p:sldLayoutId id="2147483701" r:id="rId9"/>
    <p:sldLayoutId id="2147483711" r:id="rId10"/>
    <p:sldLayoutId id="2147483712" r:id="rId11"/>
    <p:sldLayoutId id="2147483656" r:id="rId12"/>
    <p:sldLayoutId id="2147483706" r:id="rId13"/>
    <p:sldLayoutId id="2147483705" r:id="rId14"/>
    <p:sldLayoutId id="2147483707" r:id="rId15"/>
    <p:sldLayoutId id="2147483713" r:id="rId16"/>
    <p:sldLayoutId id="2147483709" r:id="rId17"/>
    <p:sldLayoutId id="2147483710" r:id="rId18"/>
    <p:sldLayoutId id="2147483653" r:id="rId19"/>
    <p:sldLayoutId id="2147483690" r:id="rId20"/>
    <p:sldLayoutId id="2147483704" r:id="rId21"/>
    <p:sldLayoutId id="2147483692" r:id="rId22"/>
    <p:sldLayoutId id="2147483693" r:id="rId23"/>
    <p:sldLayoutId id="2147483691" r:id="rId24"/>
    <p:sldLayoutId id="2147483703" r:id="rId25"/>
  </p:sldLayoutIdLst>
  <p:hf sldNum="0" hdr="0" dt="0"/>
  <p:txStyles>
    <p:titleStyle>
      <a:lvl1pPr algn="l" defTabSz="685800" rtl="0" eaLnBrk="1" fontAlgn="b" latinLnBrk="0" hangingPunct="1">
        <a:lnSpc>
          <a:spcPct val="90000"/>
        </a:lnSpc>
        <a:spcBef>
          <a:spcPct val="0"/>
        </a:spcBef>
        <a:buNone/>
        <a:defRPr lang="en-US" sz="3600" b="1" i="1" kern="1200" cap="none" baseline="0" dirty="0">
          <a:solidFill>
            <a:schemeClr val="tx1"/>
          </a:solidFill>
          <a:latin typeface="Acumin Pro Condensed Semibold" panose="020B0506020202020204" pitchFamily="34" charset="77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Wingdings" pitchFamily="2" charset="2"/>
        <a:buChar char="§"/>
        <a:defRPr sz="1800" b="0" i="0" kern="1200" baseline="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Wingdings" pitchFamily="2" charset="2"/>
        <a:buChar char="§"/>
        <a:defRPr sz="1700" b="0" i="0" kern="1200" baseline="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Wingdings" pitchFamily="2" charset="2"/>
        <a:buChar char="§"/>
        <a:defRPr sz="1600" b="0" i="0" kern="1200" baseline="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Wingdings" pitchFamily="2" charset="2"/>
        <a:buChar char="§"/>
        <a:defRPr sz="1200" b="0" i="0" kern="1200" baseline="0">
          <a:solidFill>
            <a:schemeClr val="tx1"/>
          </a:solidFill>
          <a:latin typeface="+mn-lt"/>
          <a:ea typeface="+mn-ea"/>
          <a:cs typeface="+mn-cs"/>
        </a:defRPr>
      </a:lvl4pPr>
      <a:lvl5pPr marL="1371600" indent="0" algn="l" defTabSz="685800" rtl="0" eaLnBrk="1" latinLnBrk="0" hangingPunct="1">
        <a:lnSpc>
          <a:spcPct val="90000"/>
        </a:lnSpc>
        <a:spcBef>
          <a:spcPts val="375"/>
        </a:spcBef>
        <a:buFont typeface="Wingdings" pitchFamily="2" charset="2"/>
        <a:buNone/>
        <a:defRPr sz="1050" b="0" i="0" kern="1200" baseline="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5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1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8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DF09A7-CF48-9701-322A-A0BBD1C2F6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latin typeface="Acumin Pro Condensed Semibold" panose="020B0506020202020204" pitchFamily="34" charset="77"/>
              </a:rPr>
              <a:t>Week 4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991BF94-59A9-105F-273E-B29E440F250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>
                <a:solidFill>
                  <a:schemeClr val="bg2"/>
                </a:solidFill>
              </a:rPr>
              <a:t>Keel Bone Chicken Project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C218A17-096C-AED1-C745-D58ECF2EFEF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02/06/26</a:t>
            </a:r>
          </a:p>
        </p:txBody>
      </p:sp>
    </p:spTree>
    <p:extLst>
      <p:ext uri="{BB962C8B-B14F-4D97-AF65-F5344CB8AC3E}">
        <p14:creationId xmlns:p14="http://schemas.microsoft.com/office/powerpoint/2010/main" val="41549970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1D8EB3F-62C8-9AC5-2CE0-70DBBE67BD3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Weekly Progress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D7F1C29-FDCE-BED1-CD5A-C89760CA96F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Devices Prepared: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dirty="0"/>
              <a:t>Devices all successfully flashed 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dirty="0"/>
              <a:t>Ready hand over to Agriculture department (Wednesday)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Website Updated: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dirty="0"/>
              <a:t>Targeting time changed to 24 hours; live website changed to match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Sample Data Collected: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dirty="0"/>
              <a:t>IMU Alarm data collected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dirty="0"/>
              <a:t>Analysis of data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Purchase Reports: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dirty="0"/>
              <a:t>Sensor form 12(s)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Transmitter Circuit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dirty="0"/>
              <a:t>Creation of circuit and PCB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628650" lvl="1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628650" lvl="1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D583019-436C-2C67-C2A5-1274BCF96A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This Week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6398AA-5631-3872-C08C-B7AA27779D3A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 dirty="0"/>
              <a:t>2/11</a:t>
            </a:r>
          </a:p>
        </p:txBody>
      </p:sp>
    </p:spTree>
    <p:extLst>
      <p:ext uri="{BB962C8B-B14F-4D97-AF65-F5344CB8AC3E}">
        <p14:creationId xmlns:p14="http://schemas.microsoft.com/office/powerpoint/2010/main" val="83484361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834CAAF5-830E-C675-4FCD-BFED86C543AB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en-US" dirty="0"/>
              <a:t>10 Hz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FD2FC61-FEAC-AAEC-7318-98A4965417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Devices Prepared</a:t>
            </a:r>
          </a:p>
        </p:txBody>
      </p:sp>
      <p:pic>
        <p:nvPicPr>
          <p:cNvPr id="18" name="Picture Placeholder 17" descr="A screenshot of a computer&#10;&#10;AI-generated content may be incorrect.">
            <a:extLst>
              <a:ext uri="{FF2B5EF4-FFF2-40B4-BE49-F238E27FC236}">
                <a16:creationId xmlns:a16="http://schemas.microsoft.com/office/drawing/2014/main" id="{33186B9F-F7D7-6F67-9C67-1AAF352CD5A6}"/>
              </a:ext>
            </a:extLst>
          </p:cNvPr>
          <p:cNvPicPr>
            <a:picLocks noGrp="1" noChangeAspect="1"/>
          </p:cNvPicPr>
          <p:nvPr>
            <p:ph type="pic" idx="14"/>
          </p:nvPr>
        </p:nvPicPr>
        <p:blipFill>
          <a:blip r:embed="rId2"/>
          <a:srcRect l="31988" r="20591"/>
          <a:stretch>
            <a:fillRect/>
          </a:stretch>
        </p:blipFill>
        <p:spPr>
          <a:xfrm>
            <a:off x="574176" y="1430814"/>
            <a:ext cx="2128476" cy="1750458"/>
          </a:xfrm>
        </p:spPr>
      </p:pic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238764F3-E455-E1D6-1635-CD517F57D9A0}"/>
              </a:ext>
            </a:extLst>
          </p:cNvPr>
          <p:cNvSpPr>
            <a:spLocks noGrp="1"/>
          </p:cNvSpPr>
          <p:nvPr>
            <p:ph type="pic" idx="1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DB03F6A4-6521-1162-10F9-4E73B6BA3A13}"/>
              </a:ext>
            </a:extLst>
          </p:cNvPr>
          <p:cNvSpPr>
            <a:spLocks noGrp="1"/>
          </p:cNvSpPr>
          <p:nvPr>
            <p:ph type="pic" idx="17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8043183B-E168-D370-042A-D6102FC5FA31}"/>
              </a:ext>
            </a:extLst>
          </p:cNvPr>
          <p:cNvSpPr>
            <a:spLocks noGrp="1"/>
          </p:cNvSpPr>
          <p:nvPr>
            <p:ph type="body" sz="half" idx="18"/>
          </p:nvPr>
        </p:nvSpPr>
        <p:spPr/>
        <p:txBody>
          <a:bodyPr/>
          <a:lstStyle/>
          <a:p>
            <a:r>
              <a:rPr lang="en-US" dirty="0"/>
              <a:t>25 Hz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4BACD74D-912B-5562-4E52-C8E55EE826AA}"/>
              </a:ext>
            </a:extLst>
          </p:cNvPr>
          <p:cNvSpPr>
            <a:spLocks noGrp="1"/>
          </p:cNvSpPr>
          <p:nvPr>
            <p:ph type="body" sz="half" idx="19"/>
          </p:nvPr>
        </p:nvSpPr>
        <p:spPr/>
        <p:txBody>
          <a:bodyPr/>
          <a:lstStyle/>
          <a:p>
            <a:r>
              <a:rPr lang="en-US" dirty="0"/>
              <a:t>50 Hz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B43E4F4A-22F5-0ED3-735E-858F415180BD}"/>
              </a:ext>
            </a:extLst>
          </p:cNvPr>
          <p:cNvSpPr>
            <a:spLocks noGrp="1"/>
          </p:cNvSpPr>
          <p:nvPr>
            <p:ph type="body" sz="half" idx="20"/>
          </p:nvPr>
        </p:nvSpPr>
        <p:spPr/>
        <p:txBody>
          <a:bodyPr/>
          <a:lstStyle/>
          <a:p>
            <a:r>
              <a:rPr lang="en-US" dirty="0"/>
              <a:t>100 Hz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DAEA61C1-3FF5-5632-57A5-823C665382AB}"/>
              </a:ext>
            </a:extLst>
          </p:cNvPr>
          <p:cNvSpPr>
            <a:spLocks noGrp="1"/>
          </p:cNvSpPr>
          <p:nvPr>
            <p:ph type="pic" idx="2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AFCC7760-1FA4-01F4-9934-F059C3C5F41E}"/>
              </a:ext>
            </a:extLst>
          </p:cNvPr>
          <p:cNvSpPr>
            <a:spLocks noGrp="1"/>
          </p:cNvSpPr>
          <p:nvPr>
            <p:ph type="pic" idx="2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A5B30BF5-7937-8AF8-0413-6ED9FCB52567}"/>
              </a:ext>
            </a:extLst>
          </p:cNvPr>
          <p:cNvSpPr>
            <a:spLocks noGrp="1"/>
          </p:cNvSpPr>
          <p:nvPr>
            <p:ph type="body" sz="half" idx="24"/>
          </p:nvPr>
        </p:nvSpPr>
        <p:spPr/>
        <p:txBody>
          <a:bodyPr/>
          <a:lstStyle/>
          <a:p>
            <a:r>
              <a:rPr lang="en-US" dirty="0"/>
              <a:t>200 Hz</a:t>
            </a:r>
          </a:p>
        </p:txBody>
      </p:sp>
      <p:sp>
        <p:nvSpPr>
          <p:cNvPr id="15" name="Footer Placeholder 14">
            <a:extLst>
              <a:ext uri="{FF2B5EF4-FFF2-40B4-BE49-F238E27FC236}">
                <a16:creationId xmlns:a16="http://schemas.microsoft.com/office/drawing/2014/main" id="{5CC1F5F6-594B-5E04-FFC4-25B57B2A053A}"/>
              </a:ext>
            </a:extLst>
          </p:cNvPr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pPr algn="r"/>
            <a:r>
              <a:rPr lang="en-US" dirty="0"/>
              <a:t>3/11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432BE946-F9B4-6C14-4BE4-FD0ADEC5C50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Devices all successfully flashed at varying rates</a:t>
            </a:r>
          </a:p>
          <a:p>
            <a:endParaRPr lang="en-US" dirty="0"/>
          </a:p>
        </p:txBody>
      </p:sp>
      <p:pic>
        <p:nvPicPr>
          <p:cNvPr id="19" name="Picture Placeholder 17" descr="A screenshot of a computer&#10;&#10;AI-generated content may be incorrect.">
            <a:extLst>
              <a:ext uri="{FF2B5EF4-FFF2-40B4-BE49-F238E27FC236}">
                <a16:creationId xmlns:a16="http://schemas.microsoft.com/office/drawing/2014/main" id="{1D08159F-78CC-3628-AF26-06D1CCA1E42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1988" r="20591"/>
          <a:stretch>
            <a:fillRect/>
          </a:stretch>
        </p:blipFill>
        <p:spPr>
          <a:xfrm>
            <a:off x="3507762" y="1399791"/>
            <a:ext cx="1693825" cy="1750458"/>
          </a:xfrm>
          <a:prstGeom prst="rect">
            <a:avLst/>
          </a:prstGeom>
        </p:spPr>
      </p:pic>
      <p:pic>
        <p:nvPicPr>
          <p:cNvPr id="20" name="Picture Placeholder 17" descr="A screenshot of a computer&#10;&#10;AI-generated content may be incorrect.">
            <a:extLst>
              <a:ext uri="{FF2B5EF4-FFF2-40B4-BE49-F238E27FC236}">
                <a16:creationId xmlns:a16="http://schemas.microsoft.com/office/drawing/2014/main" id="{114C2ED2-24D0-8F5F-9835-11D874CAF82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1987" r="8522"/>
          <a:stretch>
            <a:fillRect/>
          </a:stretch>
        </p:blipFill>
        <p:spPr>
          <a:xfrm>
            <a:off x="6518128" y="1399791"/>
            <a:ext cx="1886091" cy="1750458"/>
          </a:xfrm>
          <a:prstGeom prst="rect">
            <a:avLst/>
          </a:prstGeom>
        </p:spPr>
      </p:pic>
      <p:pic>
        <p:nvPicPr>
          <p:cNvPr id="21" name="Picture Placeholder 17" descr="A screenshot of a computer&#10;&#10;AI-generated content may be incorrect.">
            <a:extLst>
              <a:ext uri="{FF2B5EF4-FFF2-40B4-BE49-F238E27FC236}">
                <a16:creationId xmlns:a16="http://schemas.microsoft.com/office/drawing/2014/main" id="{A1ECFFDE-6966-E358-7D37-F1D03753482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1988" r="9656"/>
          <a:stretch>
            <a:fillRect/>
          </a:stretch>
        </p:blipFill>
        <p:spPr>
          <a:xfrm>
            <a:off x="714240" y="3799583"/>
            <a:ext cx="1657202" cy="1750458"/>
          </a:xfrm>
          <a:prstGeom prst="rect">
            <a:avLst/>
          </a:prstGeom>
        </p:spPr>
      </p:pic>
      <p:pic>
        <p:nvPicPr>
          <p:cNvPr id="22" name="Picture Placeholder 17" descr="A screenshot of a computer&#10;&#10;AI-generated content may be incorrect.">
            <a:extLst>
              <a:ext uri="{FF2B5EF4-FFF2-40B4-BE49-F238E27FC236}">
                <a16:creationId xmlns:a16="http://schemas.microsoft.com/office/drawing/2014/main" id="{7F80EF34-A0C4-9F94-6E27-B32747092FF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1988" r="2112"/>
          <a:stretch>
            <a:fillRect/>
          </a:stretch>
        </p:blipFill>
        <p:spPr>
          <a:xfrm>
            <a:off x="3743399" y="3799583"/>
            <a:ext cx="1657202" cy="17504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102314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EF2783-7BD7-FD7C-1592-3AB06C43F4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E10626B6-6DD7-464D-7C26-C1715A75FCB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Ready hand over to Agriculture department (Wednesday)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7C675E7-B997-73FE-606B-01C43525D52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Sampling Rate can now be adjusted before collecting data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dirty="0"/>
              <a:t>In addition to changing sampling rate in firmware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dirty="0"/>
              <a:t>Adds additional layer of verification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Easy and interactive for Agriculture department to use: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DFF71AE-23ED-FDF1-01C3-78EB884010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Devices Prepared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3C3FFE8-ABE7-13A9-4A68-B83E74071D82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 dirty="0"/>
              <a:t>4/11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7CCEB35-85F5-D396-ABA7-6F1DD63473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9505" y="3230085"/>
            <a:ext cx="3897911" cy="2329239"/>
          </a:xfrm>
          <a:prstGeom prst="rect">
            <a:avLst/>
          </a:prstGeom>
        </p:spPr>
      </p:pic>
      <p:pic>
        <p:nvPicPr>
          <p:cNvPr id="8" name="Picture 7" descr="A screenshot of a computer&#10;&#10;AI-generated content may be incorrect.">
            <a:extLst>
              <a:ext uri="{FF2B5EF4-FFF2-40B4-BE49-F238E27FC236}">
                <a16:creationId xmlns:a16="http://schemas.microsoft.com/office/drawing/2014/main" id="{7EBA7915-ABF6-4DF0-9445-37BC4419D39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5056" y="3230085"/>
            <a:ext cx="4181026" cy="20845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555262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80C36F-314D-9DD6-3F53-F78787A50D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D6786BB4-8B6A-92D2-BE03-B9A454B05CD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Targeting time changed to 24 hours; Live website changed to match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A1CF73D-4385-F114-D24E-4D6C6802EBF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Verified through continuous 20-24 hour data collection period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No apparent adverse effects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Longer image spread: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C03A0C6-CF85-8BA6-29C8-F7CA30AC67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Website Updated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2284658-9B5F-AC40-AFC0-7A86165FFEF8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 dirty="0"/>
              <a:t>5/11</a:t>
            </a:r>
          </a:p>
        </p:txBody>
      </p:sp>
      <p:pic>
        <p:nvPicPr>
          <p:cNvPr id="7" name="Picture 6" descr="A screenshot of a computer&#10;&#10;AI-generated content may be incorrect.">
            <a:extLst>
              <a:ext uri="{FF2B5EF4-FFF2-40B4-BE49-F238E27FC236}">
                <a16:creationId xmlns:a16="http://schemas.microsoft.com/office/drawing/2014/main" id="{397BF086-291E-A74E-0680-3E28425824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24667" y="2634343"/>
            <a:ext cx="6286500" cy="3314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542029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B270D3-0964-DD61-423C-6F5A5A5DBE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4A2FEA0-CD6D-CB14-D305-255AB3590550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IMU Alarm Data Collected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9BD5394-4D85-842C-EF24-D6F021451FA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Slight perturbations from IMU visible from alarm vibrations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Test run and averaged over all 5 sampling rates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CD47205-ADBD-C4C4-D667-31A5561C19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Sample Data Collected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4E7AA2-C0BA-70EB-B8DC-B89811F9C9AD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 dirty="0"/>
              <a:t>6/11</a:t>
            </a:r>
          </a:p>
        </p:txBody>
      </p:sp>
      <p:pic>
        <p:nvPicPr>
          <p:cNvPr id="7" name="Picture 6" descr="A screenshot of a computer screen&#10;&#10;AI-generated content may be incorrect.">
            <a:extLst>
              <a:ext uri="{FF2B5EF4-FFF2-40B4-BE49-F238E27FC236}">
                <a16:creationId xmlns:a16="http://schemas.microsoft.com/office/drawing/2014/main" id="{F5C73CAA-EF13-7102-6357-545E797A04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4149" y="2524116"/>
            <a:ext cx="6667536" cy="33795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123661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10AB76-BA67-0F25-ADB2-CCE669CD78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766EB78-8B9E-AC18-AE2F-1AD64B6118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1064" y="385004"/>
            <a:ext cx="8450036" cy="589032"/>
          </a:xfrm>
        </p:spPr>
        <p:txBody>
          <a:bodyPr anchor="ctr">
            <a:normAutofit/>
          </a:bodyPr>
          <a:lstStyle/>
          <a:p>
            <a:r>
              <a:rPr lang="en-US" dirty="0"/>
              <a:t>Sample Data Collected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BF5DCF8-2C38-4AEE-BAD0-3B74D98047B5}"/>
              </a:ext>
            </a:extLst>
          </p:cNvPr>
          <p:cNvSpPr>
            <a:spLocks noGrp="1"/>
          </p:cNvSpPr>
          <p:nvPr>
            <p:ph idx="12"/>
          </p:nvPr>
        </p:nvSpPr>
        <p:spPr>
          <a:xfrm>
            <a:off x="351065" y="1543324"/>
            <a:ext cx="4059877" cy="4390338"/>
          </a:xfrm>
        </p:spPr>
        <p:txBody>
          <a:bodyPr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Python script to analyze if the small perturbations are correct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Seems initial vibration causes a major initial spike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sz="1800" dirty="0"/>
              <a:t>9.8 -&gt; 10.8 m/s^2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Conversion rate: 1g ~ 4096 LSB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sz="1800" dirty="0"/>
              <a:t>Bit notation of the senso gets converted to raw acceleration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628650" lvl="1" indent="-285750">
              <a:buFont typeface="Arial" panose="020B0604020202020204" pitchFamily="34" charset="0"/>
              <a:buChar char="•"/>
            </a:pPr>
            <a:endParaRPr lang="en-US" sz="1800" dirty="0"/>
          </a:p>
        </p:txBody>
      </p:sp>
      <p:pic>
        <p:nvPicPr>
          <p:cNvPr id="7" name="Picture 6" descr="A graph of a graph of a graph of a graph of a graph of a graph of a graph of a graph of a graph of a graph of a graph of a graph of a graph of&#10;&#10;AI-generated content may be incorrect.">
            <a:extLst>
              <a:ext uri="{FF2B5EF4-FFF2-40B4-BE49-F238E27FC236}">
                <a16:creationId xmlns:a16="http://schemas.microsoft.com/office/drawing/2014/main" id="{7CD6A8C9-6B90-0A60-2649-B6AC603C19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31868" y="2431252"/>
            <a:ext cx="4069232" cy="2614481"/>
          </a:xfrm>
          <a:prstGeom prst="rect">
            <a:avLst/>
          </a:prstGeom>
          <a:noFill/>
        </p:spPr>
      </p:pic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6A098540-1E0B-08F3-D5FA-241CC52533EE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42900" y="954291"/>
            <a:ext cx="8458200" cy="365760"/>
          </a:xfrm>
        </p:spPr>
        <p:txBody>
          <a:bodyPr>
            <a:normAutofit lnSpcReduction="10000"/>
          </a:bodyPr>
          <a:lstStyle/>
          <a:p>
            <a:r>
              <a:rPr lang="en-US" dirty="0"/>
              <a:t>Analysis of data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A833B24-3D92-3DA5-E8CA-0B8AC751FEAF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7461174" y="6295058"/>
            <a:ext cx="1339925" cy="323970"/>
          </a:xfrm>
        </p:spPr>
        <p:txBody>
          <a:bodyPr anchor="ctr">
            <a:normAutofit/>
          </a:bodyPr>
          <a:lstStyle/>
          <a:p>
            <a:pPr algn="r">
              <a:spcAft>
                <a:spcPts val="600"/>
              </a:spcAft>
            </a:pPr>
            <a:r>
              <a:rPr lang="en-US" dirty="0"/>
              <a:t>7/11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322769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099474-FBA8-B52C-AD4C-CE6D439091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Content Placeholder 9" descr="A screen shot of a computer code&#10;&#10;AI-generated content may be incorrect.">
            <a:extLst>
              <a:ext uri="{FF2B5EF4-FFF2-40B4-BE49-F238E27FC236}">
                <a16:creationId xmlns:a16="http://schemas.microsoft.com/office/drawing/2014/main" id="{894B532E-CDF2-1BCD-651A-9E8532627A08}"/>
              </a:ext>
            </a:extLst>
          </p:cNvPr>
          <p:cNvPicPr>
            <a:picLocks noGrp="1" noChangeAspect="1"/>
          </p:cNvPicPr>
          <p:nvPr>
            <p:ph idx="14"/>
          </p:nvPr>
        </p:nvPicPr>
        <p:blipFill>
          <a:blip r:embed="rId3"/>
          <a:stretch>
            <a:fillRect/>
          </a:stretch>
        </p:blipFill>
        <p:spPr>
          <a:xfrm>
            <a:off x="1947937" y="1543324"/>
            <a:ext cx="5256290" cy="4454706"/>
          </a:xfrm>
          <a:noFill/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7C72A887-8E8C-CBD8-727E-A873BA6605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1064" y="385004"/>
            <a:ext cx="8450036" cy="589032"/>
          </a:xfrm>
        </p:spPr>
        <p:txBody>
          <a:bodyPr anchor="ctr">
            <a:normAutofit/>
          </a:bodyPr>
          <a:lstStyle/>
          <a:p>
            <a:r>
              <a:rPr lang="en-US" dirty="0"/>
              <a:t>Sample Data Collected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E523DF63-1486-52C0-8409-11171CB049F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42900" y="954291"/>
            <a:ext cx="8458200" cy="365760"/>
          </a:xfrm>
        </p:spPr>
        <p:txBody>
          <a:bodyPr>
            <a:normAutofit lnSpcReduction="10000"/>
          </a:bodyPr>
          <a:lstStyle/>
          <a:p>
            <a:r>
              <a:rPr lang="en-US" dirty="0"/>
              <a:t>Program used for data capture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85C930C-352E-4188-B6B1-D68285583202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7461174" y="6295058"/>
            <a:ext cx="1339925" cy="323970"/>
          </a:xfrm>
        </p:spPr>
        <p:txBody>
          <a:bodyPr anchor="ctr">
            <a:normAutofit/>
          </a:bodyPr>
          <a:lstStyle/>
          <a:p>
            <a:pPr algn="r">
              <a:spcAft>
                <a:spcPts val="600"/>
              </a:spcAft>
            </a:pPr>
            <a:r>
              <a:rPr lang="en-US" dirty="0"/>
              <a:t>7/11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581881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9A802B-6069-FC86-8CDE-6BE49EF688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A255753-C073-0BEF-F44D-2C7D209C06B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42900" y="954291"/>
            <a:ext cx="8458200" cy="365760"/>
          </a:xfrm>
        </p:spPr>
        <p:txBody>
          <a:bodyPr>
            <a:normAutofit lnSpcReduction="10000"/>
          </a:bodyPr>
          <a:lstStyle/>
          <a:p>
            <a:r>
              <a:rPr lang="en-US" dirty="0"/>
              <a:t>Sensor form 12(s)</a:t>
            </a:r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2AD3CEDE-45B1-B6B8-36DF-F4F0AC0D428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34735" y="3652273"/>
            <a:ext cx="4102307" cy="2345757"/>
          </a:xfrm>
        </p:spPr>
        <p:txBody>
          <a:bodyPr/>
          <a:lstStyle/>
          <a:p>
            <a:r>
              <a:rPr lang="en-US" dirty="0"/>
              <a:t>Form 12 for strain gauge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D014B7D-6644-711A-3443-C61B809B35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1064" y="385004"/>
            <a:ext cx="8450036" cy="589032"/>
          </a:xfrm>
        </p:spPr>
        <p:txBody>
          <a:bodyPr anchor="ctr">
            <a:normAutofit/>
          </a:bodyPr>
          <a:lstStyle/>
          <a:p>
            <a:r>
              <a:rPr lang="en-US" dirty="0"/>
              <a:t>Purchase Reports</a:t>
            </a:r>
          </a:p>
        </p:txBody>
      </p:sp>
      <p:pic>
        <p:nvPicPr>
          <p:cNvPr id="7" name="Picture 6" descr="A screenshot of a document&#10;&#10;AI-generated content may be incorrect.">
            <a:extLst>
              <a:ext uri="{FF2B5EF4-FFF2-40B4-BE49-F238E27FC236}">
                <a16:creationId xmlns:a16="http://schemas.microsoft.com/office/drawing/2014/main" id="{973F3AE1-7004-9405-078A-2080ED0E617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2" b="12447"/>
          <a:stretch>
            <a:fillRect/>
          </a:stretch>
        </p:blipFill>
        <p:spPr>
          <a:xfrm>
            <a:off x="334734" y="1543324"/>
            <a:ext cx="4102309" cy="1885677"/>
          </a:xfrm>
          <a:prstGeom prst="rect">
            <a:avLst/>
          </a:prstGeom>
          <a:noFill/>
        </p:spPr>
      </p:pic>
      <p:pic>
        <p:nvPicPr>
          <p:cNvPr id="9" name="Picture 8" descr="A close-up of a blank form&#10;&#10;AI-generated content may be incorrect.">
            <a:extLst>
              <a:ext uri="{FF2B5EF4-FFF2-40B4-BE49-F238E27FC236}">
                <a16:creationId xmlns:a16="http://schemas.microsoft.com/office/drawing/2014/main" id="{B5AD7235-FA73-252D-28A9-F69C4E9B5F36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0211" r="2" b="2"/>
          <a:stretch>
            <a:fillRect/>
          </a:stretch>
        </p:blipFill>
        <p:spPr>
          <a:xfrm>
            <a:off x="4706959" y="1543324"/>
            <a:ext cx="4094045" cy="1885677"/>
          </a:xfrm>
          <a:prstGeom prst="rect">
            <a:avLst/>
          </a:prstGeom>
          <a:noFill/>
        </p:spPr>
      </p:pic>
      <p:sp>
        <p:nvSpPr>
          <p:cNvPr id="16" name="Text Placeholder 6">
            <a:extLst>
              <a:ext uri="{FF2B5EF4-FFF2-40B4-BE49-F238E27FC236}">
                <a16:creationId xmlns:a16="http://schemas.microsoft.com/office/drawing/2014/main" id="{E5010B8D-BB83-7836-3324-C976CA3285BC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4698697" y="3652272"/>
            <a:ext cx="4102307" cy="2345757"/>
          </a:xfrm>
        </p:spPr>
        <p:txBody>
          <a:bodyPr/>
          <a:lstStyle/>
          <a:p>
            <a:r>
              <a:rPr lang="en-US" dirty="0"/>
              <a:t>Form 12 for force sensor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35C4917-5D37-9A22-B309-4FC307FCFCAC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7461174" y="6295058"/>
            <a:ext cx="1339925" cy="323970"/>
          </a:xfrm>
        </p:spPr>
        <p:txBody>
          <a:bodyPr anchor="ctr">
            <a:normAutofit/>
          </a:bodyPr>
          <a:lstStyle/>
          <a:p>
            <a:pPr algn="r">
              <a:spcAft>
                <a:spcPts val="600"/>
              </a:spcAft>
            </a:pPr>
            <a:r>
              <a:rPr lang="en-US" dirty="0"/>
              <a:t>8/11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281171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776F36-879E-6BF4-4677-6E9C9FBCA3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Powerharvester RF-to-DC Chipset now for Space-Constrained Designs - News">
            <a:extLst>
              <a:ext uri="{FF2B5EF4-FFF2-40B4-BE49-F238E27FC236}">
                <a16:creationId xmlns:a16="http://schemas.microsoft.com/office/drawing/2014/main" id="{AD02F3CD-F6AD-D53C-AD4E-6589E95AA0D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9348"/>
          <a:stretch>
            <a:fillRect/>
          </a:stretch>
        </p:blipFill>
        <p:spPr bwMode="auto">
          <a:xfrm>
            <a:off x="4891392" y="1191418"/>
            <a:ext cx="3909610" cy="2055591"/>
          </a:xfrm>
          <a:prstGeom prst="rect">
            <a:avLst/>
          </a:prstGeom>
          <a:solidFill>
            <a:srgbClr val="FFFFFF"/>
          </a:solidFill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4BE6A22C-BF1C-6392-CDC8-D15D5D0764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1064" y="385004"/>
            <a:ext cx="8450036" cy="589032"/>
          </a:xfrm>
        </p:spPr>
        <p:txBody>
          <a:bodyPr anchor="ctr">
            <a:normAutofit/>
          </a:bodyPr>
          <a:lstStyle/>
          <a:p>
            <a:r>
              <a:rPr lang="en-US" dirty="0"/>
              <a:t>Transmitter Circuits</a:t>
            </a:r>
          </a:p>
        </p:txBody>
      </p:sp>
      <p:pic>
        <p:nvPicPr>
          <p:cNvPr id="9" name="Picture 8" descr="A green circuit board with yellow circles and black dots&#10;&#10;AI-generated content may be incorrect.">
            <a:extLst>
              <a:ext uri="{FF2B5EF4-FFF2-40B4-BE49-F238E27FC236}">
                <a16:creationId xmlns:a16="http://schemas.microsoft.com/office/drawing/2014/main" id="{4DAB0BBA-25B8-0782-608F-AD9F4B7BF07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999" b="15"/>
          <a:stretch>
            <a:fillRect/>
          </a:stretch>
        </p:blipFill>
        <p:spPr>
          <a:xfrm>
            <a:off x="6965414" y="3884038"/>
            <a:ext cx="1835685" cy="2055591"/>
          </a:xfrm>
          <a:prstGeom prst="rect">
            <a:avLst/>
          </a:prstGeom>
          <a:noFill/>
        </p:spPr>
      </p:pic>
      <p:pic>
        <p:nvPicPr>
          <p:cNvPr id="7" name="Picture 6" descr="A screenshot of a computer&#10;&#10;AI-generated content may be incorrect.">
            <a:extLst>
              <a:ext uri="{FF2B5EF4-FFF2-40B4-BE49-F238E27FC236}">
                <a16:creationId xmlns:a16="http://schemas.microsoft.com/office/drawing/2014/main" id="{D63B07DE-88B8-3385-4424-4CC28A3093F7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51418" r="6369" b="2"/>
          <a:stretch>
            <a:fillRect/>
          </a:stretch>
        </p:blipFill>
        <p:spPr>
          <a:xfrm>
            <a:off x="4891490" y="3879120"/>
            <a:ext cx="1896687" cy="2055592"/>
          </a:xfrm>
          <a:prstGeom prst="rect">
            <a:avLst/>
          </a:prstGeom>
          <a:noFill/>
        </p:spPr>
      </p:pic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D06FE3C5-89AD-E3D0-CD5E-FD7333DD4FB2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42900" y="954291"/>
            <a:ext cx="8458200" cy="365760"/>
          </a:xfrm>
        </p:spPr>
        <p:txBody>
          <a:bodyPr>
            <a:normAutofit lnSpcReduction="10000"/>
          </a:bodyPr>
          <a:lstStyle/>
          <a:p>
            <a:r>
              <a:rPr lang="en-US" dirty="0" err="1"/>
              <a:t>KiCAD</a:t>
            </a:r>
            <a:r>
              <a:rPr lang="en-US" dirty="0"/>
              <a:t> Transmitter PCB and Circuits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11699F4-B212-0FDC-0F24-02EDFC33389C}"/>
              </a:ext>
            </a:extLst>
          </p:cNvPr>
          <p:cNvSpPr>
            <a:spLocks noGrp="1"/>
          </p:cNvSpPr>
          <p:nvPr>
            <p:ph idx="18"/>
          </p:nvPr>
        </p:nvSpPr>
        <p:spPr>
          <a:xfrm>
            <a:off x="334737" y="1643074"/>
            <a:ext cx="4308874" cy="4307571"/>
          </a:xfrm>
        </p:spPr>
        <p:txBody>
          <a:bodyPr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Created custom footprint for PCC110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sz="1800" dirty="0"/>
              <a:t>Changed footprints and circuit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sz="1800" dirty="0"/>
              <a:t>Updated PCB location and wiring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Found suitable Antenna for PCC110 Harvester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Verified with </a:t>
            </a:r>
            <a:r>
              <a:rPr lang="en-US" dirty="0" err="1"/>
              <a:t>Powercast</a:t>
            </a:r>
            <a:r>
              <a:rPr lang="en-US" dirty="0"/>
              <a:t> support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1031" name="Text Placeholder 7">
            <a:extLst>
              <a:ext uri="{FF2B5EF4-FFF2-40B4-BE49-F238E27FC236}">
                <a16:creationId xmlns:a16="http://schemas.microsoft.com/office/drawing/2014/main" id="{64B9D285-9092-F7C0-040D-4A25921BE06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928867" y="3395950"/>
            <a:ext cx="3872135" cy="302715"/>
          </a:xfrm>
        </p:spPr>
        <p:txBody>
          <a:bodyPr/>
          <a:lstStyle/>
          <a:p>
            <a:r>
              <a:rPr lang="en-US" dirty="0"/>
              <a:t>PCC110 Sizing</a:t>
            </a:r>
          </a:p>
        </p:txBody>
      </p:sp>
      <p:sp>
        <p:nvSpPr>
          <p:cNvPr id="1033" name="Text Placeholder 8">
            <a:extLst>
              <a:ext uri="{FF2B5EF4-FFF2-40B4-BE49-F238E27FC236}">
                <a16:creationId xmlns:a16="http://schemas.microsoft.com/office/drawing/2014/main" id="{98AD0471-403A-0C98-88DE-2A2DEF8A6B56}"/>
              </a:ext>
            </a:extLst>
          </p:cNvPr>
          <p:cNvSpPr>
            <a:spLocks noGrp="1"/>
          </p:cNvSpPr>
          <p:nvPr>
            <p:ph type="body" sz="half" idx="19"/>
          </p:nvPr>
        </p:nvSpPr>
        <p:spPr>
          <a:xfrm>
            <a:off x="4906740" y="5997176"/>
            <a:ext cx="1866186" cy="302715"/>
          </a:xfrm>
        </p:spPr>
        <p:txBody>
          <a:bodyPr/>
          <a:lstStyle/>
          <a:p>
            <a:r>
              <a:rPr lang="en-US" dirty="0"/>
              <a:t>PCC110 RFID Circuit</a:t>
            </a:r>
          </a:p>
        </p:txBody>
      </p:sp>
      <p:sp>
        <p:nvSpPr>
          <p:cNvPr id="1035" name="Text Placeholder 9">
            <a:extLst>
              <a:ext uri="{FF2B5EF4-FFF2-40B4-BE49-F238E27FC236}">
                <a16:creationId xmlns:a16="http://schemas.microsoft.com/office/drawing/2014/main" id="{77906FDF-C860-521F-BEB8-50E5DC808297}"/>
              </a:ext>
            </a:extLst>
          </p:cNvPr>
          <p:cNvSpPr>
            <a:spLocks noGrp="1"/>
          </p:cNvSpPr>
          <p:nvPr>
            <p:ph type="body" sz="half" idx="20"/>
          </p:nvPr>
        </p:nvSpPr>
        <p:spPr>
          <a:xfrm>
            <a:off x="6994529" y="5997176"/>
            <a:ext cx="1806473" cy="302715"/>
          </a:xfrm>
        </p:spPr>
        <p:txBody>
          <a:bodyPr/>
          <a:lstStyle/>
          <a:p>
            <a:r>
              <a:rPr lang="en-US" dirty="0"/>
              <a:t>PCC110 RFID PCB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21E4B51-8C00-7CF9-B170-99CA359E2846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>
          <a:xfrm>
            <a:off x="7461174" y="6295058"/>
            <a:ext cx="1339925" cy="323970"/>
          </a:xfrm>
        </p:spPr>
        <p:txBody>
          <a:bodyPr anchor="ctr">
            <a:normAutofit/>
          </a:bodyPr>
          <a:lstStyle/>
          <a:p>
            <a:pPr algn="r">
              <a:spcAft>
                <a:spcPts val="600"/>
              </a:spcAft>
            </a:pPr>
            <a:r>
              <a:rPr lang="en-US" dirty="0"/>
              <a:t>9/11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642358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33EE2C-E869-EFCD-766A-B2EE7BADA3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43672C57-F465-3B96-B3BD-325579624C8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Plans &amp; Blockers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0E571E8-BE29-703B-B58C-A63EE3C73F4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More Data Analysis of IMU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Obtain </a:t>
            </a:r>
            <a:r>
              <a:rPr lang="en-US" dirty="0" err="1"/>
              <a:t>Powercast</a:t>
            </a:r>
            <a:r>
              <a:rPr lang="en-US" dirty="0"/>
              <a:t> RFID -&gt; DC Converters from Agriculture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Verify </a:t>
            </a:r>
            <a:r>
              <a:rPr lang="en-US" dirty="0" err="1"/>
              <a:t>Powercast</a:t>
            </a:r>
            <a:r>
              <a:rPr lang="en-US" dirty="0"/>
              <a:t> RFID circuits on breadboard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Research Papers: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dirty="0"/>
              <a:t>IEEE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dirty="0"/>
              <a:t>Transactions on Electronics Circuits and Systems</a:t>
            </a:r>
          </a:p>
          <a:p>
            <a:pPr marL="971550" lvl="2" indent="-285750">
              <a:buFont typeface="Arial" panose="020B0604020202020204" pitchFamily="34" charset="0"/>
              <a:buChar char="•"/>
            </a:pPr>
            <a:r>
              <a:rPr lang="en-US" dirty="0"/>
              <a:t>2 – 5 pages</a:t>
            </a:r>
          </a:p>
          <a:p>
            <a:pPr marL="971550" lvl="2" indent="-285750">
              <a:buFont typeface="Arial" panose="020B0604020202020204" pitchFamily="34" charset="0"/>
              <a:buChar char="•"/>
            </a:pPr>
            <a:r>
              <a:rPr lang="en-US" dirty="0"/>
              <a:t>1 – Long Journal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dirty="0"/>
              <a:t>IoT Journal &lt;-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dirty="0"/>
              <a:t>Transactions on Industrial Electronics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/>
              <a:t>Electronics DPI</a:t>
            </a: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579CA14-A166-E4A5-0FF4-AEC5C28F3C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Next Week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5E36D6-5529-D593-8824-84A72BC8A316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 dirty="0"/>
              <a:t>10/11</a:t>
            </a:r>
          </a:p>
        </p:txBody>
      </p:sp>
    </p:spTree>
    <p:extLst>
      <p:ext uri="{BB962C8B-B14F-4D97-AF65-F5344CB8AC3E}">
        <p14:creationId xmlns:p14="http://schemas.microsoft.com/office/powerpoint/2010/main" val="30116430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E72CBA-026F-7E96-546F-23B8813A83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Thank You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E8FBDCD-BC38-D4A8-A210-EA02F261005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r>
              <a:rPr lang="en-US" dirty="0"/>
              <a:t>Purdue Polytechnic Institute</a:t>
            </a:r>
          </a:p>
        </p:txBody>
      </p:sp>
    </p:spTree>
    <p:extLst>
      <p:ext uri="{BB962C8B-B14F-4D97-AF65-F5344CB8AC3E}">
        <p14:creationId xmlns:p14="http://schemas.microsoft.com/office/powerpoint/2010/main" val="355526623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Custom 1">
      <a:dk1>
        <a:srgbClr val="000000"/>
      </a:dk1>
      <a:lt1>
        <a:srgbClr val="FEFFFF"/>
      </a:lt1>
      <a:dk2>
        <a:srgbClr val="55585F"/>
      </a:dk2>
      <a:lt2>
        <a:srgbClr val="CECACB"/>
      </a:lt2>
      <a:accent1>
        <a:srgbClr val="CFB891"/>
      </a:accent1>
      <a:accent2>
        <a:srgbClr val="555960"/>
      </a:accent2>
      <a:accent3>
        <a:srgbClr val="8D6F3D"/>
      </a:accent3>
      <a:accent4>
        <a:srgbClr val="FFFFFF"/>
      </a:accent4>
      <a:accent5>
        <a:srgbClr val="DAAA00"/>
      </a:accent5>
      <a:accent6>
        <a:srgbClr val="9D9694"/>
      </a:accent6>
      <a:hlink>
        <a:srgbClr val="000000"/>
      </a:hlink>
      <a:folHlink>
        <a:srgbClr val="FEFFFF"/>
      </a:folHlink>
    </a:clrScheme>
    <a:fontScheme name="Franklin Gothic">
      <a:majorFont>
        <a:latin typeface="Franklin Gothic Medium" panose="020B0603020102020204"/>
        <a:ea typeface=""/>
        <a:cs typeface=""/>
        <a:font script="Jpan" typeface="HG創英角ｺﾞｼｯｸUB"/>
        <a:font script="Hang" typeface="돋움"/>
        <a:font script="Hans" typeface="隶书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Franklin Gothic Book" panose="020B0503020102020204"/>
        <a:ea typeface=""/>
        <a:cs typeface=""/>
        <a:font script="Jpan" typeface="HGｺﾞｼｯｸE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/>
      <a:bodyPr rtlCol="0" anchor="ctr"/>
      <a:lstStyle>
        <a:defPPr algn="ctr">
          <a:defRPr/>
        </a:defPPr>
      </a:lstStyle>
      <a:style>
        <a:lnRef idx="2">
          <a:schemeClr val="dk1">
            <a:shade val="50000"/>
          </a:schemeClr>
        </a:lnRef>
        <a:fillRef idx="1">
          <a:schemeClr val="dk1"/>
        </a:fillRef>
        <a:effectRef idx="0">
          <a:schemeClr val="dk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MM-23-645083-Purdue-Standard-20230329" id="{27BFFCF5-3893-564F-9D79-7211049AF84A}" vid="{DA483483-262C-8944-9745-BAAE73176DE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haredWithUsers xmlns="d6656b4d-3fa0-4709-acfb-d5e813445d1e">
      <UserInfo>
        <DisplayName>Schott, Thomas H.</DisplayName>
        <AccountId>17</AccountId>
        <AccountType/>
      </UserInfo>
      <UserInfo>
        <DisplayName>Sarault, Olivia M</DisplayName>
        <AccountId>29</AccountId>
        <AccountType/>
      </UserInfo>
      <UserInfo>
        <DisplayName>Hiller, Kelly R</DisplayName>
        <AccountId>98</AccountId>
        <AccountType/>
      </UserInfo>
      <UserInfo>
        <DisplayName>Eddy, Abigail Ellen</DisplayName>
        <AccountId>46</AccountId>
        <AccountType/>
      </UserInfo>
      <UserInfo>
        <DisplayName>Gu, Yu Rain</DisplayName>
        <AccountId>77</AccountId>
        <AccountType/>
      </UserInfo>
      <UserInfo>
        <DisplayName>Reese, Kristy S</DisplayName>
        <AccountId>26</AccountId>
        <AccountType/>
      </UserInfo>
    </SharedWithUsers>
    <lcf76f155ced4ddcb4097134ff3c332f xmlns="37af3f4b-4b66-46f9-8456-831d9bc3e737">
      <Terms xmlns="http://schemas.microsoft.com/office/infopath/2007/PartnerControls"/>
    </lcf76f155ced4ddcb4097134ff3c332f>
    <TaxCatchAll xmlns="d6656b4d-3fa0-4709-acfb-d5e813445d1e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54E202481DC1CB46AA011D949D311478" ma:contentTypeVersion="13" ma:contentTypeDescription="Create a new document." ma:contentTypeScope="" ma:versionID="309c718596e4092f54ce9aa93358bb8d">
  <xsd:schema xmlns:xsd="http://www.w3.org/2001/XMLSchema" xmlns:xs="http://www.w3.org/2001/XMLSchema" xmlns:p="http://schemas.microsoft.com/office/2006/metadata/properties" xmlns:ns2="37af3f4b-4b66-46f9-8456-831d9bc3e737" xmlns:ns3="d6656b4d-3fa0-4709-acfb-d5e813445d1e" targetNamespace="http://schemas.microsoft.com/office/2006/metadata/properties" ma:root="true" ma:fieldsID="0c34f3e70276db9d2471c2526b8de3df" ns2:_="" ns3:_="">
    <xsd:import namespace="37af3f4b-4b66-46f9-8456-831d9bc3e737"/>
    <xsd:import namespace="d6656b4d-3fa0-4709-acfb-d5e813445d1e"/>
    <xsd:element name="properties">
      <xsd:complexType>
        <xsd:sequence>
          <xsd:element name="documentManagement">
            <xsd:complexType>
              <xsd:all>
                <xsd:element ref="ns2:lcf76f155ced4ddcb4097134ff3c332f" minOccurs="0"/>
                <xsd:element ref="ns3:TaxCatchAll" minOccurs="0"/>
                <xsd:element ref="ns2:MediaServiceMetadata" minOccurs="0"/>
                <xsd:element ref="ns2:MediaServiceFastMetadata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ServiceOCR" minOccurs="0"/>
                <xsd:element ref="ns3:SharedWithUsers" minOccurs="0"/>
                <xsd:element ref="ns3:SharedWithDetails" minOccurs="0"/>
                <xsd:element ref="ns2:MediaServiceLocation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7af3f4b-4b66-46f9-8456-831d9bc3e737" elementFormDefault="qualified">
    <xsd:import namespace="http://schemas.microsoft.com/office/2006/documentManagement/types"/>
    <xsd:import namespace="http://schemas.microsoft.com/office/infopath/2007/PartnerControls"/>
    <xsd:element name="lcf76f155ced4ddcb4097134ff3c332f" ma:index="9" nillable="true" ma:taxonomy="true" ma:internalName="lcf76f155ced4ddcb4097134ff3c332f" ma:taxonomyFieldName="MediaServiceImageTags" ma:displayName="Image Tags" ma:readOnly="false" ma:fieldId="{5cf76f15-5ced-4ddc-b409-7134ff3c332f}" ma:taxonomyMulti="true" ma:sspId="8e9e90a8-b24c-4be7-8760-a88b2cd47eb1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Metadata" ma:index="11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2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5" nillable="true" ma:displayName="MediaServiceDateTaken" ma:internalName="MediaServiceDateTaken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9" nillable="true" ma:displayName="Location" ma:indexed="true" ma:internalName="MediaServiceLocation" ma:readOnly="true">
      <xsd:simpleType>
        <xsd:restriction base="dms:Text"/>
      </xsd:simpleType>
    </xsd:element>
    <xsd:element name="MediaLengthInSeconds" ma:index="20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6656b4d-3fa0-4709-acfb-d5e813445d1e" elementFormDefault="qualified">
    <xsd:import namespace="http://schemas.microsoft.com/office/2006/documentManagement/types"/>
    <xsd:import namespace="http://schemas.microsoft.com/office/infopath/2007/PartnerControls"/>
    <xsd:element name="TaxCatchAll" ma:index="10" nillable="true" ma:displayName="Taxonomy Catch All Column" ma:hidden="true" ma:list="{4ebcf308-42de-4d63-b51a-b2360cc04078}" ma:internalName="TaxCatchAll" ma:showField="CatchAllData" ma:web="d6656b4d-3fa0-4709-acfb-d5e813445d1e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7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8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21DE0D6C-581B-4814-98E7-EF172D5D46A1}">
  <ds:schemaRefs>
    <ds:schemaRef ds:uri="http://purl.org/dc/elements/1.1/"/>
    <ds:schemaRef ds:uri="http://schemas.microsoft.com/office/2006/documentManagement/types"/>
    <ds:schemaRef ds:uri="d6656b4d-3fa0-4709-acfb-d5e813445d1e"/>
    <ds:schemaRef ds:uri="http://purl.org/dc/terms/"/>
    <ds:schemaRef ds:uri="http://schemas.microsoft.com/office/infopath/2007/PartnerControls"/>
    <ds:schemaRef ds:uri="37af3f4b-4b66-46f9-8456-831d9bc3e737"/>
    <ds:schemaRef ds:uri="http://schemas.openxmlformats.org/package/2006/metadata/core-properties"/>
    <ds:schemaRef ds:uri="http://schemas.microsoft.com/office/2006/metadata/properties"/>
    <ds:schemaRef ds:uri="http://www.w3.org/XML/1998/namespace"/>
    <ds:schemaRef ds:uri="http://purl.org/dc/dcmitype/"/>
  </ds:schemaRefs>
</ds:datastoreItem>
</file>

<file path=customXml/itemProps2.xml><?xml version="1.0" encoding="utf-8"?>
<ds:datastoreItem xmlns:ds="http://schemas.openxmlformats.org/officeDocument/2006/customXml" ds:itemID="{64D795B0-FAA0-424A-9B96-7691ED1EF26B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37af3f4b-4b66-46f9-8456-831d9bc3e737"/>
    <ds:schemaRef ds:uri="d6656b4d-3fa0-4709-acfb-d5e813445d1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F5B64EEB-1B4A-4920-AA44-E234D7D487D1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25712</TotalTime>
  <Words>438</Words>
  <Application>Microsoft Macintosh PowerPoint</Application>
  <PresentationFormat>On-screen Show (4:3)</PresentationFormat>
  <Paragraphs>123</Paragraphs>
  <Slides>12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23" baseType="lpstr">
      <vt:lpstr>Acumin Pro Condensed Semibold</vt:lpstr>
      <vt:lpstr>Arial</vt:lpstr>
      <vt:lpstr>Acumin Pro Medium</vt:lpstr>
      <vt:lpstr>Calibri</vt:lpstr>
      <vt:lpstr>Franklin Gothic Book</vt:lpstr>
      <vt:lpstr>Franklin Gothic Medium Cond</vt:lpstr>
      <vt:lpstr>Wingdings</vt:lpstr>
      <vt:lpstr>Acumin Pro</vt:lpstr>
      <vt:lpstr>Acumin Pro Semibold</vt:lpstr>
      <vt:lpstr>Franklin Gothic Medium</vt:lpstr>
      <vt:lpstr>Office Theme</vt:lpstr>
      <vt:lpstr>Week 4</vt:lpstr>
      <vt:lpstr>This Week</vt:lpstr>
      <vt:lpstr>Devices Prepared</vt:lpstr>
      <vt:lpstr>Devices Prepared</vt:lpstr>
      <vt:lpstr>Website Updated</vt:lpstr>
      <vt:lpstr>Sample Data Collected</vt:lpstr>
      <vt:lpstr>Sample Data Collected</vt:lpstr>
      <vt:lpstr>Sample Data Collected</vt:lpstr>
      <vt:lpstr>Purchase Reports</vt:lpstr>
      <vt:lpstr>Transmitter Circuits</vt:lpstr>
      <vt:lpstr>Next Week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Ramona McCarthy</dc:creator>
  <cp:lastModifiedBy>Nathan Mingkuan Huang</cp:lastModifiedBy>
  <cp:revision>73</cp:revision>
  <dcterms:created xsi:type="dcterms:W3CDTF">2023-02-16T02:16:06Z</dcterms:created>
  <dcterms:modified xsi:type="dcterms:W3CDTF">2026-02-06T17:04:21Z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4044bd30-2ed7-4c9d-9d12-46200872a97b_Enabled">
    <vt:lpwstr>true</vt:lpwstr>
  </property>
  <property fmtid="{D5CDD505-2E9C-101B-9397-08002B2CF9AE}" pid="3" name="MSIP_Label_4044bd30-2ed7-4c9d-9d12-46200872a97b_SetDate">
    <vt:lpwstr>2023-02-20T19:00:53Z</vt:lpwstr>
  </property>
  <property fmtid="{D5CDD505-2E9C-101B-9397-08002B2CF9AE}" pid="4" name="MSIP_Label_4044bd30-2ed7-4c9d-9d12-46200872a97b_Method">
    <vt:lpwstr>Standard</vt:lpwstr>
  </property>
  <property fmtid="{D5CDD505-2E9C-101B-9397-08002B2CF9AE}" pid="5" name="MSIP_Label_4044bd30-2ed7-4c9d-9d12-46200872a97b_Name">
    <vt:lpwstr>defa4170-0d19-0005-0004-bc88714345d2</vt:lpwstr>
  </property>
  <property fmtid="{D5CDD505-2E9C-101B-9397-08002B2CF9AE}" pid="6" name="MSIP_Label_4044bd30-2ed7-4c9d-9d12-46200872a97b_SiteId">
    <vt:lpwstr>4130bd39-7c53-419c-b1e5-8758d6d63f21</vt:lpwstr>
  </property>
  <property fmtid="{D5CDD505-2E9C-101B-9397-08002B2CF9AE}" pid="7" name="MSIP_Label_4044bd30-2ed7-4c9d-9d12-46200872a97b_ActionId">
    <vt:lpwstr>b33bf962-ed92-4dd9-bc75-9825fb79b2e3</vt:lpwstr>
  </property>
  <property fmtid="{D5CDD505-2E9C-101B-9397-08002B2CF9AE}" pid="8" name="MSIP_Label_4044bd30-2ed7-4c9d-9d12-46200872a97b_ContentBits">
    <vt:lpwstr>0</vt:lpwstr>
  </property>
  <property fmtid="{D5CDD505-2E9C-101B-9397-08002B2CF9AE}" pid="9" name="ContentTypeId">
    <vt:lpwstr>0x01010054E202481DC1CB46AA011D949D311478</vt:lpwstr>
  </property>
  <property fmtid="{D5CDD505-2E9C-101B-9397-08002B2CF9AE}" pid="10" name="MediaServiceImageTags">
    <vt:lpwstr/>
  </property>
</Properties>
</file>