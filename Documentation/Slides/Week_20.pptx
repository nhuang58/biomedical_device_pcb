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6"/>
  </p:notesMasterIdLst>
  <p:sldIdLst>
    <p:sldId id="267" r:id="rId5"/>
    <p:sldId id="279" r:id="rId6"/>
    <p:sldId id="288" r:id="rId7"/>
    <p:sldId id="300" r:id="rId8"/>
    <p:sldId id="301" r:id="rId9"/>
    <p:sldId id="302" r:id="rId10"/>
    <p:sldId id="303" r:id="rId11"/>
    <p:sldId id="304" r:id="rId12"/>
    <p:sldId id="305" r:id="rId13"/>
    <p:sldId id="299" r:id="rId14"/>
    <p:sldId id="277" r:id="rId15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7"/>
      <p:bold r:id="rId18"/>
      <p:italic r:id="rId19"/>
      <p:boldItalic r:id="rId20"/>
    </p:embeddedFont>
    <p:embeddedFont>
      <p:font typeface="Acumin Pro Medium" panose="020B0604020202020204" pitchFamily="34" charset="77"/>
      <p:regular r:id="rId21"/>
      <p:italic r:id="rId22"/>
    </p:embeddedFont>
    <p:embeddedFont>
      <p:font typeface="Franklin Gothic Book" panose="020B0503020102020204" pitchFamily="34" charset="0"/>
      <p:regular r:id="rId23"/>
      <p:italic r:id="rId24"/>
    </p:embeddedFont>
    <p:embeddedFont>
      <p:font typeface="Franklin Gothic Medium" panose="020B0603020102020204" pitchFamily="34" charset="0"/>
      <p:regular r:id="rId25"/>
      <p:italic r:id="rId26"/>
    </p:embeddedFont>
    <p:embeddedFont>
      <p:font typeface="Franklin Gothic Medium Cond" panose="020B0606030402020204" pitchFamily="3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453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8.fntdata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89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B3CBF-71DE-8F99-F7EC-E1416263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7A03D4-A08F-E5DA-7FD4-987F18FF7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F27A1E-9330-C5D9-9863-B1BFD5AB3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2A95C-F2DE-C6B4-112D-F3C040649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99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9B806-DBA4-B13C-8D0A-83837593F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C370E-124E-C84F-445B-9EA4077AA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9D1F3-B2F7-F106-D88B-8580A361A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9289D-EAEB-5E66-B9D5-5CC447BBF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285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CFFF1-9215-6EA4-2132-390FDEE5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D3B566-8B27-D175-B212-B341C220F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4C4ACC-F669-4F75-F1FC-D9570EDDC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00AF4-3578-34A1-3B14-5D522538B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823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009A0-B150-12C5-EC06-482C6C28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5224A-0DF9-F111-0668-1317D2CE0E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F2AD4-CD5B-640B-55DB-36B946DFC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B800-281F-601E-1DF8-48FFCCF66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0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EAA03-2623-A8DB-2EE0-668C51C0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BB1CA-FEFE-9C20-1917-F6C66D786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759C9-A3CF-A21E-72E2-03F4C3BCD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A8FA5-209F-4D1C-51C3-DB73630E2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3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8A2C8-3150-8396-B721-9845C031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E6239F-97BC-9653-7690-DC81F5687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C5057-86B3-C20C-7AA3-95557BCAC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FD64E0-AC4A-7E35-BE32-79AEB31E0E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088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02/02/26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Devices Prepared: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Devices all successfully flashed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Ready hand over to Agriculture department (Wednesday)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Website Updated: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Targeting time changed to 24 hours; live website changed to match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Sample Data Collected: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IMU Alarm data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Analysis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Purchase Reports: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Sensor form 12(s)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DigiKey</a:t>
            </a:r>
            <a:r>
              <a:rPr lang="en-US" dirty="0"/>
              <a:t>/Mouser/Vendor purchase orders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BF36D-4A0A-35E0-585D-81C72869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89B3BC-0C54-E2F6-2DAC-AEC39FB579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Devices all successfully flashed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847D-6C77-2972-16ED-9D5EDF24A5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[Image of 5x Differing Sampling Rates]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16378A-3B82-C468-F62D-21497ABF2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1CFDE-90B7-B6A6-C8CB-3D4D4E5BC6D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1379009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F2783-7BD7-FD7C-1592-3AB06C43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0626B6-6DD7-464D-7C26-C1715A75F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Ready hand over to Agriculture department (Wednesday)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675E7-B997-73FE-606B-01C43525D5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[Sampling Rate Dropdown on Website (with manual mode)]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FF71AE-23ED-FDF1-01C3-78EB88401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3FFE8-ABE7-13A9-4A68-B83E74071D8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945552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0C36F-314D-9DD6-3F53-F78787A50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86BB4-8B6A-92D2-BE03-B9A454B05C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Targeting time changed to 24 hours; Live website changed to match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CF73D-4385-F114-D24E-4D6C6802EB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through continuous 20-24 hour data collection period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apparent adverse effects as of now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[Image of longer data spread]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03A0C6-CF85-8BA6-29C8-F7CA30AC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 Updated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84658-9B5F-AC40-AFC0-7A86165FFEF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3665420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70D3-0964-DD61-423C-6F5A5A5DB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A2FEA0-CD6D-CB14-D305-255AB35905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IMU Alarm Data Collected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D5394-4D85-842C-EF24-D6F021451F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[Image of Data from Alarm System]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D47205-ADBD-C4C4-D667-31A5561C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7AA2-C0BA-70EB-B8DC-B89811F9C9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651236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0AB76-BA67-0F25-ADB2-CCE669CD7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098540-1E0B-08F3-D5FA-241CC52533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Analysis of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5DCF8-2C38-4AEE-BAD0-3B74D98047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66EB78-8B9E-AC18-AE2F-1AD64B61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33B24-3D92-3DA5-E8CA-0B8AC751FEA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4143227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802B-6069-FC86-8CDE-6BE49EF6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A255753-C073-0BEF-F44D-2C7D209C06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Sensor form 12(s)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E376A-9921-8AE3-E671-2A614CCE7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014B7D-6644-711A-3443-C61B809B3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Reports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4917-5D37-9A22-B309-4FC307FCFC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1932811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F36-879E-6BF4-4677-6E9C9FBCA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6FE3C5-89AD-E3D0-CD5E-FD7333DD4F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/>
              <a:t>DigiKey</a:t>
            </a:r>
            <a:r>
              <a:rPr lang="en-US" dirty="0"/>
              <a:t>/Mouser/Vendor purchase orders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699F4-B212-0FDC-0F24-02EDFC3338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E6A22C-BF1C-6392-CDC8-D15D5D076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Reports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E4B51-8C00-7CF9-B170-99CA359E28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1106423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[Action Items for Next Week]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24837</TotalTime>
  <Words>282</Words>
  <Application>Microsoft Macintosh PowerPoint</Application>
  <PresentationFormat>On-screen Show (4:3)</PresentationFormat>
  <Paragraphs>87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Arial</vt:lpstr>
      <vt:lpstr>Acumin Pro</vt:lpstr>
      <vt:lpstr>Calibri</vt:lpstr>
      <vt:lpstr>Acumin Pro Semibold</vt:lpstr>
      <vt:lpstr>Franklin Gothic Book</vt:lpstr>
      <vt:lpstr>Franklin Gothic Medium Cond</vt:lpstr>
      <vt:lpstr>Acumin Pro Condensed Semibold</vt:lpstr>
      <vt:lpstr>Wingdings</vt:lpstr>
      <vt:lpstr>Acumin Pro Medium</vt:lpstr>
      <vt:lpstr>Franklin Gothic Medium</vt:lpstr>
      <vt:lpstr>Office Theme</vt:lpstr>
      <vt:lpstr>Week 4</vt:lpstr>
      <vt:lpstr>This Week</vt:lpstr>
      <vt:lpstr>Devices Prepared</vt:lpstr>
      <vt:lpstr>Devices Prepared</vt:lpstr>
      <vt:lpstr>Website Updated</vt:lpstr>
      <vt:lpstr>Sample Data Collected</vt:lpstr>
      <vt:lpstr>Sample Data Collected</vt:lpstr>
      <vt:lpstr>Purchase Reports</vt:lpstr>
      <vt:lpstr>Purchase Reports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70</cp:revision>
  <dcterms:created xsi:type="dcterms:W3CDTF">2023-02-16T02:16:06Z</dcterms:created>
  <dcterms:modified xsi:type="dcterms:W3CDTF">2026-02-02T07:02:06Z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