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3"/>
  </p:notesMasterIdLst>
  <p:sldIdLst>
    <p:sldId id="267" r:id="rId5"/>
    <p:sldId id="279" r:id="rId6"/>
    <p:sldId id="287" r:id="rId7"/>
    <p:sldId id="288" r:id="rId8"/>
    <p:sldId id="291" r:id="rId9"/>
    <p:sldId id="289" r:id="rId10"/>
    <p:sldId id="290" r:id="rId11"/>
    <p:sldId id="277" r:id="rId12"/>
  </p:sldIdLst>
  <p:sldSz cx="9144000" cy="6858000" type="screen4x3"/>
  <p:notesSz cx="6858000" cy="9144000"/>
  <p:embeddedFontLst>
    <p:embeddedFont>
      <p:font typeface="Acumin Pro Condensed Semibold" panose="020B0604020202020204" charset="0"/>
      <p:regular r:id="rId14"/>
      <p:bold r:id="rId15"/>
      <p:italic r:id="rId16"/>
      <p:boldItalic r:id="rId17"/>
    </p:embeddedFont>
    <p:embeddedFont>
      <p:font typeface="Acumin Pro Medium" panose="020B0604020202020204" charset="0"/>
      <p:regular r:id="rId18"/>
      <p:italic r:id="rId19"/>
    </p:embeddedFont>
    <p:embeddedFont>
      <p:font typeface="Franklin Gothic Book" panose="020B0503020102020204" pitchFamily="34" charset="0"/>
      <p:regular r:id="rId20"/>
      <p:italic r:id="rId21"/>
    </p:embeddedFont>
    <p:embeddedFont>
      <p:font typeface="Franklin Gothic Medium" panose="020B0603020102020204" pitchFamily="34" charset="0"/>
      <p:regular r:id="rId22"/>
      <p:italic r:id="rId23"/>
    </p:embeddedFont>
    <p:embeddedFont>
      <p:font typeface="Franklin Gothic Medium Cond" panose="020B0606030402020204" pitchFamily="3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23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464"/>
    <p:restoredTop sz="95884"/>
  </p:normalViewPr>
  <p:slideViewPr>
    <p:cSldViewPr snapToGrid="0">
      <p:cViewPr varScale="1">
        <p:scale>
          <a:sx n="80" d="100"/>
          <a:sy n="80" d="100"/>
        </p:scale>
        <p:origin x="388" y="60"/>
      </p:cViewPr>
      <p:guideLst>
        <p:guide orient="horz" pos="1080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8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1.fntdata"/><Relationship Id="rId5" Type="http://schemas.openxmlformats.org/officeDocument/2006/relationships/slide" Target="slides/slide1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31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82BBC47-D7E9-E849-BE67-7366DB4087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77278"/>
            <a:ext cx="7144105" cy="534037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29339"/>
            <a:ext cx="7144105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93720"/>
            <a:ext cx="714410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2" y="2017643"/>
            <a:ext cx="7183861" cy="583733"/>
          </a:xfrm>
        </p:spPr>
        <p:txBody>
          <a:bodyPr>
            <a:noAutofit/>
          </a:bodyPr>
          <a:lstStyle>
            <a:lvl1pPr>
              <a:defRPr sz="44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7442" y="2617147"/>
            <a:ext cx="7183861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442" y="3079275"/>
            <a:ext cx="7183861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4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3/31/23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AC34E1-E044-0445-842B-2F1F9D1C92C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6858000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049077"/>
            <a:ext cx="8450036" cy="685801"/>
          </a:xfrm>
        </p:spPr>
        <p:txBody>
          <a:bodyPr>
            <a:normAutofit/>
          </a:bodyPr>
          <a:lstStyle>
            <a:lvl1pPr algn="ctr" fontAlgn="b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9229" y="5754757"/>
            <a:ext cx="8450036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Subtitle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9BCA5A-C755-0E4A-878C-D1822540E2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9144000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A0E95C-D44C-0BD3-29E1-C39EBAC823A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0226450-0A2C-4A4B-95A5-6E0D1BC45A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2900" y="1543324"/>
            <a:ext cx="8450035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1718D0-66F2-E88D-01BB-CD3AF9F1A3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2317D3B-55CD-0048-B746-CB10A28D4E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87232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51064" y="1543324"/>
            <a:ext cx="8450036" cy="4454706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54FE2-5844-7885-7089-16924C393E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9F76393-33C8-0244-A117-D97655079C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5" y="1543324"/>
            <a:ext cx="4059877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731868" y="1543324"/>
            <a:ext cx="4069232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E23E79-165A-C0A0-34F4-D4CD4FAC54E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5EEFC3C-29D1-EA4A-9C0C-4952B61838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066" y="1543324"/>
            <a:ext cx="2630674" cy="439033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56663" y="1543324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182353" y="1543323"/>
            <a:ext cx="2630674" cy="4390337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E20F0F-7917-55BD-382B-A4E024108196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12896B7-E91D-CD4D-A891-824CE769BCC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5" y="3652273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4" y="1543324"/>
            <a:ext cx="410230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706959" y="1543324"/>
            <a:ext cx="4094045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698697" y="3652272"/>
            <a:ext cx="4102307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1641B97-9FFC-02AC-9A83-AD9CF1F958B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D58084-BB32-E44F-B6BE-79DC4BE0EE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34736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4"/>
            <a:ext cx="2650859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252731" y="1543325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4470" y="3652273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154204" y="1532308"/>
            <a:ext cx="2645520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45943" y="3641256"/>
            <a:ext cx="2650859" cy="2345757"/>
          </a:xfrm>
        </p:spPr>
        <p:txBody>
          <a:bodyPr numCol="1">
            <a:noAutofit/>
          </a:bodyPr>
          <a:lstStyle>
            <a:lvl1pPr marL="214313" indent="-214313" algn="l" fontAlgn="t">
              <a:buFont typeface="Wingdings" pitchFamily="2" charset="2"/>
              <a:buChar char="§"/>
              <a:defRPr sz="1800" b="0" i="0" baseline="0">
                <a:latin typeface="Acumin Pro" panose="020B0504020202020204" pitchFamily="34" charset="77"/>
              </a:defRPr>
            </a:lvl1pPr>
            <a:lvl2pPr marL="342900" indent="0" algn="l">
              <a:buFontTx/>
              <a:buNone/>
              <a:defRPr sz="1350"/>
            </a:lvl2pPr>
            <a:lvl3pPr marL="685800" indent="0" algn="l">
              <a:buFontTx/>
              <a:buNone/>
              <a:defRPr sz="1350"/>
            </a:lvl3pPr>
            <a:lvl4pPr marL="1028700" indent="0" algn="l">
              <a:buFontTx/>
              <a:buNone/>
              <a:defRPr sz="1350"/>
            </a:lvl4pPr>
            <a:lvl5pPr marL="1371600" indent="0" algn="l">
              <a:buFontTx/>
              <a:buNone/>
              <a:defRPr sz="135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039C530-4D1F-8F28-146E-3ECC4BBCE9E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764C2680-37A6-C442-ACC9-0E1A4F33FD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2" y="457200"/>
            <a:ext cx="3236117" cy="964096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2902" y="1570384"/>
            <a:ext cx="3236117" cy="4298605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3904" y="457200"/>
            <a:ext cx="4997195" cy="5411788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4977-AD33-556A-2AED-7416F7D439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2DB49B-3FD4-EF4C-B023-17613C9AF5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5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715222" y="1543323"/>
            <a:ext cx="4094045" cy="431772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3135B86-20D4-13D9-0376-A64DF5C38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0AF4890-83F2-1B4C-9129-0943FD5BE6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1065" y="1543324"/>
            <a:ext cx="4397009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61820" y="1543322"/>
            <a:ext cx="3847445" cy="4307573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614933" y="3795305"/>
            <a:ext cx="2133141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51065" y="3795304"/>
            <a:ext cx="2133141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A9D6A4-F44C-720B-EF21-A331231A647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506DF57-624C-3D4C-9311-96AE05CC4C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571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42900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3243828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161085" y="1406232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3227499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161085" y="3292036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310242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326571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3227499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6144756" y="3799583"/>
            <a:ext cx="2640015" cy="1750458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3211170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6144756" y="5685387"/>
            <a:ext cx="2656344" cy="365760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0D3EBD5-219C-5B88-5FAA-E3535228FBD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7EDCCCDC-B335-96CB-3A28-8C862E3B1B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166CBA-B0A5-A540-9E01-87761E8E4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4736" y="1542763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2508047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677415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6846782" y="1542763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382716" y="3651151"/>
            <a:ext cx="1958261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3556027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5725394" y="3651151"/>
            <a:ext cx="1954317" cy="1885677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0B1371B0-95CE-4462-18BB-F77CBC19BF86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631A4A5-899F-8948-AFF2-A9EECA71DA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4891490" y="3884038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91295" y="3395950"/>
            <a:ext cx="3909707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4891392" y="5636914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891295" y="5636914"/>
            <a:ext cx="3909610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2785C5DB-355E-CD09-6EF5-58F892E8FB6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E55CF-AD39-6942-BAFD-73E57A01F7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891490" y="1643074"/>
            <a:ext cx="3909610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965414" y="3884038"/>
            <a:ext cx="1835685" cy="2055591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91490" y="3879120"/>
            <a:ext cx="1896687" cy="2055592"/>
          </a:xfrm>
        </p:spPr>
        <p:txBody>
          <a:bodyPr>
            <a:normAutofit/>
          </a:bodyPr>
          <a:lstStyle>
            <a:lvl1pPr marL="0" indent="0">
              <a:buNone/>
              <a:defRPr sz="15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4737" y="1643074"/>
            <a:ext cx="4308874" cy="4307571"/>
          </a:xfrm>
        </p:spPr>
        <p:txBody>
          <a:bodyPr>
            <a:normAutofit/>
          </a:bodyPr>
          <a:lstStyle>
            <a:lvl1pPr>
              <a:defRPr sz="1800" b="0" i="0">
                <a:latin typeface="Acumin Pro" panose="020B0504020202020204" pitchFamily="34" charset="77"/>
              </a:defRPr>
            </a:lvl1pPr>
            <a:lvl2pPr>
              <a:defRPr sz="1700" b="0" i="0">
                <a:latin typeface="Acumin Pro" panose="020B0504020202020204" pitchFamily="34" charset="77"/>
              </a:defRPr>
            </a:lvl2pPr>
            <a:lvl3pPr>
              <a:defRPr sz="1600" b="0" i="0">
                <a:latin typeface="Acumin Pro" panose="020B0504020202020204" pitchFamily="34" charset="77"/>
              </a:defRPr>
            </a:lvl3pPr>
            <a:lvl4pPr>
              <a:defRPr sz="1125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4891490" y="3395950"/>
            <a:ext cx="390961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28867" y="3395950"/>
            <a:ext cx="3872135" cy="302715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4884613" y="5631998"/>
            <a:ext cx="1884248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b="0" i="0">
              <a:latin typeface="Acumin Pro" panose="020B0504020202020204" pitchFamily="34" charset="77"/>
            </a:endParaRP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921990" y="5631998"/>
            <a:ext cx="1866186" cy="3027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6965414" y="5641704"/>
            <a:ext cx="1823956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7002791" y="5641704"/>
            <a:ext cx="1806473" cy="302715"/>
          </a:xfrm>
        </p:spPr>
        <p:txBody>
          <a:bodyPr>
            <a:noAutofit/>
          </a:bodyPr>
          <a:lstStyle>
            <a:lvl1pPr marL="0" indent="0">
              <a:buNone/>
              <a:defRPr sz="14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BE9F3313-6532-97CE-1E0D-3A21EA40A39C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73389377-4D07-D241-8D0E-8A871D181F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5953857" y="1315895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3315718" y="1315896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677578" y="1315897"/>
            <a:ext cx="2489648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629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458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963" y="143646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791" y="4045824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4102" y="1433919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931" y="4043274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0F278F-8AAE-FA0B-4B47-AB0FFECE69F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856F49F-59AA-23FB-4600-EC4D944973C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458" y="2040673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CA6E053-97C0-F5A8-A5C6-62806699EADE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3464791" y="2040672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823F7D4-DD74-2A27-4C24-052C4575CCDF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6102931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77476EE-9BD3-9249-BC1B-491B99321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5953662" y="1315893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3315523" y="1315894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677384" y="1315895"/>
            <a:ext cx="2489648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7435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15769" y="143646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marL="0" marR="0" lvl="0" indent="0" algn="ctr" defTabSz="685800" rtl="0" eaLnBrk="1" fontAlgn="t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908" y="1433917"/>
            <a:ext cx="2489597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6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26264" y="2040671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body copy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3453661" y="2065259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26264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464597" y="4045822"/>
            <a:ext cx="2213372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02736" y="4043272"/>
            <a:ext cx="2213372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endParaRPr lang="en-US" dirty="0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6097061" y="2071425"/>
            <a:ext cx="2213372" cy="1691333"/>
          </a:xfrm>
        </p:spPr>
        <p:txBody>
          <a:bodyPr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en-US" dirty="0"/>
              <a:t>Click to edit body copy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DDE6D-DD47-E873-4306-EBFC1F91F65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911DA62-F518-7447-BD47-16E2421CCA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fontAlgn="b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756438" y="1660596"/>
            <a:ext cx="1438515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758505" y="2160555"/>
            <a:ext cx="1436449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2284078" y="1660596"/>
            <a:ext cx="1438515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2286144" y="2160555"/>
            <a:ext cx="1436449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3811718" y="1660596"/>
            <a:ext cx="1438515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3813784" y="2160555"/>
            <a:ext cx="1436449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5339357" y="1660596"/>
            <a:ext cx="1438515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5341424" y="2160555"/>
            <a:ext cx="1436449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6866999" y="1660596"/>
            <a:ext cx="1438515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825" dirty="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6869065" y="2160555"/>
            <a:ext cx="1436449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75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900" kern="0" dirty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6438" y="1783909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28407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1171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9358" y="1768552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867000" y="1770870"/>
            <a:ext cx="1438514" cy="220506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487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2381484" y="2299864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390912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5436764" y="2298292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6964405" y="2312717"/>
            <a:ext cx="1243702" cy="2958028"/>
          </a:xfrm>
        </p:spPr>
        <p:txBody>
          <a:bodyPr>
            <a:normAutofit/>
          </a:bodyPr>
          <a:lstStyle>
            <a:lvl1pPr marL="0" indent="0">
              <a:buNone/>
              <a:defRPr sz="1000" b="0" i="0"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2900" y="954291"/>
            <a:ext cx="8458200" cy="365760"/>
          </a:xfrm>
        </p:spPr>
        <p:txBody>
          <a:bodyPr>
            <a:noAutofit/>
          </a:bodyPr>
          <a:lstStyle>
            <a:lvl1pPr marL="0" indent="0" algn="l">
              <a:buNone/>
              <a:defRPr sz="20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58850-3E44-9220-12DF-98BC6F729C54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pPr algn="r"/>
            <a:r>
              <a:rPr lang="en-US"/>
              <a:t>3/31/23            </a:t>
            </a:r>
            <a:fld id="{2D8F9ACA-D6C0-E54C-B1B8-E9196C9CD104}" type="slidenum">
              <a:rPr lang="en-US" smtClean="0"/>
              <a:pPr algn="r"/>
              <a:t>‹#›</a:t>
            </a:fld>
            <a:endParaRPr lang="en-US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976A537-883F-374A-AD56-EC40D05206E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4"/>
            <a:ext cx="4936211" cy="6867524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-944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0ED9A8-0DA3-BC24-94A1-086C8ECA818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BDBD18-96E0-3342-A809-2FF8511966F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07789" y="-9525"/>
            <a:ext cx="4936211" cy="6892463"/>
          </a:xfr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1" y="0"/>
            <a:ext cx="5463152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6504" y="891153"/>
            <a:ext cx="2949178" cy="1600200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6504" y="2491353"/>
            <a:ext cx="2949178" cy="3811588"/>
          </a:xfrm>
        </p:spPr>
        <p:txBody>
          <a:bodyPr>
            <a:norm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11E696-D9D7-67E3-048E-80603F311A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C21FF41-B1B2-D04A-8A0A-A90E9981603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2103" y="6253670"/>
            <a:ext cx="3281538" cy="347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7466030" y="-9439"/>
            <a:ext cx="168504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544E4A-5B5C-3341-99E5-E104859854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7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67600" y="0"/>
            <a:ext cx="16764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803" y="2466281"/>
            <a:ext cx="5986234" cy="719757"/>
          </a:xfrm>
        </p:spPr>
        <p:txBody>
          <a:bodyPr>
            <a:noAutofit/>
          </a:bodyPr>
          <a:lstStyle>
            <a:lvl1pPr>
              <a:defRPr sz="7200" cap="none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93255" y="3434011"/>
            <a:ext cx="5905925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add contact info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19E352-9704-594E-BAD1-167251E51B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56134" y="5839622"/>
            <a:ext cx="4062046" cy="43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19200A-5F39-EB36-4116-B2C1717CC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461174" y="6295058"/>
            <a:ext cx="1339925" cy="3239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Acumin Pro" panose="020B0504020202020204" pitchFamily="34" charset="77"/>
              </a:defRPr>
            </a:lvl1pPr>
          </a:lstStyle>
          <a:p>
            <a:pPr algn="r"/>
            <a:r>
              <a:rPr lang="en-US" dirty="0"/>
              <a:t>3/31/23            </a:t>
            </a:r>
            <a:fld id="{9F076166-0C3B-2C4F-B933-99EF0896CC39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064" y="385004"/>
            <a:ext cx="8450036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064" y="1192696"/>
            <a:ext cx="8450036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706" r:id="rId13"/>
    <p:sldLayoutId id="2147483705" r:id="rId14"/>
    <p:sldLayoutId id="2147483707" r:id="rId15"/>
    <p:sldLayoutId id="2147483713" r:id="rId16"/>
    <p:sldLayoutId id="2147483709" r:id="rId17"/>
    <p:sldLayoutId id="2147483710" r:id="rId18"/>
    <p:sldLayoutId id="2147483653" r:id="rId19"/>
    <p:sldLayoutId id="2147483690" r:id="rId20"/>
    <p:sldLayoutId id="2147483704" r:id="rId21"/>
    <p:sldLayoutId id="2147483692" r:id="rId22"/>
    <p:sldLayoutId id="2147483693" r:id="rId23"/>
    <p:sldLayoutId id="2147483691" r:id="rId24"/>
    <p:sldLayoutId id="2147483703" r:id="rId25"/>
  </p:sldLayoutIdLst>
  <p:hf sldNum="0" hdr="0" dt="0"/>
  <p:txStyles>
    <p:titleStyle>
      <a:lvl1pPr algn="l" defTabSz="685800" rtl="0" eaLnBrk="1" fontAlgn="b" latinLnBrk="0" hangingPunct="1">
        <a:lnSpc>
          <a:spcPct val="90000"/>
        </a:lnSpc>
        <a:spcBef>
          <a:spcPct val="0"/>
        </a:spcBef>
        <a:buNone/>
        <a:defRPr lang="en-US" sz="36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700" b="0" i="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200" b="0" i="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None/>
        <a:defRPr sz="1050" b="0" i="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cumin Pro Condensed Semibold" panose="020B0506020202020204" pitchFamily="34" charset="77"/>
              </a:rPr>
              <a:t>Week </a:t>
            </a:r>
            <a:r>
              <a:rPr lang="en-US" dirty="0"/>
              <a:t>5</a:t>
            </a:r>
            <a:endParaRPr lang="en-US" b="1" dirty="0">
              <a:latin typeface="Acumin Pro Condensed Semibold" panose="020B0506020202020204" pitchFamily="34" charset="77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Keel Bone Chicken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06/15/26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D8EB3F-62C8-9AC5-2CE0-70DBBE67BD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F1C29-FDCE-BED1-CD5A-C89760CA96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Database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MongoDB Development Continues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IDE Setup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PCB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Hardware Changes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 Testing Updates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More information about testing equipment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D583019-436C-2C67-C2A5-1274BCF96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398AA-5631-3872-C08C-B7AA27779D3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 dirty="0"/>
              <a:t>2/8</a:t>
            </a:r>
          </a:p>
        </p:txBody>
      </p:sp>
    </p:spTree>
    <p:extLst>
      <p:ext uri="{BB962C8B-B14F-4D97-AF65-F5344CB8AC3E}">
        <p14:creationId xmlns:p14="http://schemas.microsoft.com/office/powerpoint/2010/main" val="834843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E19862-187B-D9AD-55B3-CA63FE218E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MongoDB Development Work Continues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188DD-4ADF-42CC-9280-E1B4BBA8AD7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data from collection: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Seems to be fine but a slight issue with sampling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Cluster Data and usage is acceptable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Graph below shows data capacity</a:t>
            </a:r>
          </a:p>
          <a:p>
            <a:endParaRPr lang="en-US" dirty="0"/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10CCF43-6879-2067-ED0A-87AC75B1F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85E2C-D8A3-6CC9-6FCB-F8D3FA5DDC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9C2746A-66C7-1B62-622E-44378868A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7917" y="2990874"/>
            <a:ext cx="3823096" cy="291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88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9B4B1E-3EF7-F449-8EB7-A623C23DD1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IDE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C665C6-2564-B199-3A1B-88A85BAAB9B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 and code setup now properly mapped to MongoDB backend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.ENV files match up with the results from the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Nicla Payloads should go directly to the backend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7A243C9-3734-958E-C988-57E1D7FE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29BB8F-A3E5-0AD4-9AAB-225465C358E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88D595-B3DE-6C1A-FA55-95430F1CD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317" y="2860094"/>
            <a:ext cx="3024011" cy="32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339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25690B2-6370-5264-6402-16AB64C3D1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Hardware Changes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36BB2-4EED-BEE8-40B0-E0B7CD2568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design rejected because of improper Gerber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hardware implemented before final design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5DA1602-65A3-ED7B-9E7A-A2E7034AF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PCB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4E75E-FD34-7157-0FA1-CBBFEA0CFA4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A45CBA-88C4-129B-319B-D8A7823D7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064" y="2594931"/>
            <a:ext cx="8102379" cy="3155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26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75383C-C6AD-D2A8-3FE3-C85D9D599A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More information about testing equipment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E9E18B-B3D1-777F-498D-F7906615C4E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Current Lab Equipment: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50% - Basic Force</a:t>
            </a:r>
          </a:p>
          <a:p>
            <a:r>
              <a:rPr lang="en-US" dirty="0"/>
              <a:t>Prof. Wu's Equipment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95% - High Precision</a:t>
            </a:r>
          </a:p>
          <a:p>
            <a:r>
              <a:rPr lang="en-US" dirty="0"/>
              <a:t>Current lab force testing is insufficient for precise in-out calibration. Prof. </a:t>
            </a:r>
            <a:r>
              <a:rPr lang="en-US" dirty="0" err="1"/>
              <a:t>Wenzhuo</a:t>
            </a:r>
            <a:r>
              <a:rPr lang="en-US" dirty="0"/>
              <a:t> Wu's lab provides the specialized equipment needed for high-resolution force sensor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Contacted professor Wu, still waiting on a response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9DE3805-7DCC-3359-3EB8-087089810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Sensor Testing Updates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3C7FA-75DE-E483-96FA-4B944077C1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399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5240CB-C679-E153-C852-842EFCE38B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Plan for next week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49078-69CF-9D43-76B9-85E9A7CA3C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</a:t>
            </a:r>
            <a:r>
              <a:rPr lang="en-US" dirty="0" err="1"/>
              <a:t>gerber</a:t>
            </a:r>
            <a:r>
              <a:rPr lang="en-US" dirty="0"/>
              <a:t> file and drill file revisions to PCBs for re-ordering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Continue work on Database Development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~3-4 more weeks to fully refine database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dirty="0"/>
              <a:t>Look into hybrid option with infrequent backups (Would use same database model)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US" dirty="0"/>
              <a:t>See if that option is feasible or a waste </a:t>
            </a:r>
            <a:r>
              <a:rPr lang="en-US"/>
              <a:t>of resources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Meet with Professor Wu about sensor testing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504DB53-0A51-454B-09A8-D30F611B7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Week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A8D0F-6630-2F39-BC82-370F47BD928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r>
              <a:rPr lang="en-US"/>
              <a:t>3/31/23            ‹#›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90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72CBA-026F-7E96-546F-23B8813A8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8FBDCD-BC38-D4A8-A210-EA02F261005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Purdue Polytechnic Institute</a:t>
            </a:r>
          </a:p>
        </p:txBody>
      </p:sp>
    </p:spTree>
    <p:extLst>
      <p:ext uri="{BB962C8B-B14F-4D97-AF65-F5344CB8AC3E}">
        <p14:creationId xmlns:p14="http://schemas.microsoft.com/office/powerpoint/2010/main" val="355526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M-23-645083-Purdue-Standard-20230329" id="{27BFFCF5-3893-564F-9D79-7211049AF84A}" vid="{DA483483-262C-8944-9745-BAAE73176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3" ma:contentTypeDescription="Create a new document." ma:contentTypeScope="" ma:versionID="309c718596e4092f54ce9aa93358bb8d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0c34f3e70276db9d2471c2526b8de3df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4D795B0-FAA0-424A-9B96-7691ED1EF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7af3f4b-4b66-46f9-8456-831d9bc3e737"/>
    <ds:schemaRef ds:uri="d6656b4d-3fa0-4709-acfb-d5e813445d1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1DE0D6C-581B-4814-98E7-EF172D5D46A1}">
  <ds:schemaRefs>
    <ds:schemaRef ds:uri="http://purl.org/dc/elements/1.1/"/>
    <ds:schemaRef ds:uri="http://schemas.microsoft.com/office/infopath/2007/PartnerControls"/>
    <ds:schemaRef ds:uri="http://purl.org/dc/dcmitype/"/>
    <ds:schemaRef ds:uri="http://www.w3.org/XML/1998/namespace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d6656b4d-3fa0-4709-acfb-d5e813445d1e"/>
    <ds:schemaRef ds:uri="37af3f4b-4b66-46f9-8456-831d9bc3e737"/>
  </ds:schemaRefs>
</ds:datastoreItem>
</file>

<file path=customXml/itemProps3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35246</TotalTime>
  <Words>255</Words>
  <Application>Microsoft Office PowerPoint</Application>
  <PresentationFormat>On-screen Show (4:3)</PresentationFormat>
  <Paragraphs>56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9" baseType="lpstr">
      <vt:lpstr>Franklin Gothic Book</vt:lpstr>
      <vt:lpstr>Franklin Gothic Medium</vt:lpstr>
      <vt:lpstr>Franklin Gothic Medium Cond</vt:lpstr>
      <vt:lpstr>Arial</vt:lpstr>
      <vt:lpstr>Calibri</vt:lpstr>
      <vt:lpstr>Acumin Pro Medium</vt:lpstr>
      <vt:lpstr>Wingdings</vt:lpstr>
      <vt:lpstr>Acumin Pro Condensed Semibold</vt:lpstr>
      <vt:lpstr>Acumin Pro Semibold</vt:lpstr>
      <vt:lpstr>Acumin Pro</vt:lpstr>
      <vt:lpstr>Office Theme</vt:lpstr>
      <vt:lpstr>Week 5</vt:lpstr>
      <vt:lpstr>This Week</vt:lpstr>
      <vt:lpstr>Database Updates</vt:lpstr>
      <vt:lpstr>Database Updates</vt:lpstr>
      <vt:lpstr>PCB Updates</vt:lpstr>
      <vt:lpstr>Sensor Testing Updates</vt:lpstr>
      <vt:lpstr>Next Week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Ramona McCarthy</dc:creator>
  <cp:lastModifiedBy>Nathan Mingkuan Huang</cp:lastModifiedBy>
  <cp:revision>113</cp:revision>
  <cp:lastPrinted>2026-05-25T08:08:19Z</cp:lastPrinted>
  <dcterms:created xsi:type="dcterms:W3CDTF">2023-02-16T02:16:06Z</dcterms:created>
  <dcterms:modified xsi:type="dcterms:W3CDTF">2026-06-15T06:51:37Z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