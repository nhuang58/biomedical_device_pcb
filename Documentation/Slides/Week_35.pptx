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4"/>
  </p:sldMasterIdLst>
  <p:notesMasterIdLst>
    <p:notesMasterId r:id="rId18"/>
  </p:notesMasterIdLst>
  <p:sldIdLst>
    <p:sldId id="267" r:id="rId5"/>
    <p:sldId id="279" r:id="rId6"/>
    <p:sldId id="287" r:id="rId7"/>
    <p:sldId id="288" r:id="rId8"/>
    <p:sldId id="289" r:id="rId9"/>
    <p:sldId id="290" r:id="rId10"/>
    <p:sldId id="291" r:id="rId11"/>
    <p:sldId id="292" r:id="rId12"/>
    <p:sldId id="293" r:id="rId13"/>
    <p:sldId id="294" r:id="rId14"/>
    <p:sldId id="295" r:id="rId15"/>
    <p:sldId id="286" r:id="rId16"/>
    <p:sldId id="277" r:id="rId17"/>
  </p:sldIdLst>
  <p:sldSz cx="9144000" cy="6858000" type="screen4x3"/>
  <p:notesSz cx="6858000" cy="9144000"/>
  <p:embeddedFontLst>
    <p:embeddedFont>
      <p:font typeface="Acumin Pro Condensed Semibold" panose="020B0706020202020204" pitchFamily="34" charset="77"/>
      <p:regular r:id=""/>
      <p:bold r:id=""/>
      <p:italic r:id=""/>
      <p:boldItalic r:id=""/>
    </p:embeddedFont>
    <p:embeddedFont>
      <p:font typeface="Acumin Pro Medium" panose="020B0604020202020204" pitchFamily="34" charset="77"/>
      <p:regular r:id=""/>
      <p:italic r:id=""/>
    </p:embeddedFont>
    <p:embeddedFont>
      <p:font typeface="Franklin Gothic Book" panose="020B0503020102020204" pitchFamily="34" charset="0"/>
      <p:regular r:id=""/>
      <p:italic r:id=""/>
    </p:embeddedFont>
    <p:embeddedFont>
      <p:font typeface="Franklin Gothic Medium" panose="020B0603020102020204" pitchFamily="34" charset="0"/>
      <p:regular r:id=""/>
      <p:italic r:id=""/>
    </p:embeddedFont>
    <p:embeddedFont>
      <p:font typeface="Franklin Gothic Medium Cond" panose="020B0606030402020204" pitchFamily="34" charset="0"/>
      <p:regular r:id=""/>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0" userDrawn="1">
          <p15:clr>
            <a:srgbClr val="A4A3A4"/>
          </p15:clr>
        </p15:guide>
        <p15:guide id="2" pos="23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6CE219-6CB4-4D82-2315-C217F06FFCCD}" name="Hiller, Kelly R" initials="HKR" userId="S::khiller@purdue.edu::b25b1487-7f5e-4b7f-a0b2-f8bcb0b1ea5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FB991"/>
    <a:srgbClr val="DDB945"/>
    <a:srgbClr val="EBD9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011"/>
    <p:restoredTop sz="95884"/>
  </p:normalViewPr>
  <p:slideViewPr>
    <p:cSldViewPr snapToGrid="0">
      <p:cViewPr varScale="1">
        <p:scale>
          <a:sx n="113" d="100"/>
          <a:sy n="113" d="100"/>
        </p:scale>
        <p:origin x="800" y="176"/>
      </p:cViewPr>
      <p:guideLst>
        <p:guide orient="horz" pos="1080"/>
        <p:guide pos="23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6CF7-48D8-2F46-AFC8-8A5D2298DFDD}" type="datetimeFigureOut">
              <a:rPr lang="en-US" smtClean="0"/>
              <a:t>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BF745-0557-B241-863F-056113C7032A}" type="slidenum">
              <a:rPr lang="en-US" smtClean="0"/>
              <a:t>‹#›</a:t>
            </a:fld>
            <a:endParaRPr lang="en-US"/>
          </a:p>
        </p:txBody>
      </p:sp>
    </p:spTree>
    <p:extLst>
      <p:ext uri="{BB962C8B-B14F-4D97-AF65-F5344CB8AC3E}">
        <p14:creationId xmlns:p14="http://schemas.microsoft.com/office/powerpoint/2010/main" val="3165674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1</a:t>
            </a:fld>
            <a:endParaRPr lang="en-US"/>
          </a:p>
        </p:txBody>
      </p:sp>
    </p:spTree>
    <p:extLst>
      <p:ext uri="{BB962C8B-B14F-4D97-AF65-F5344CB8AC3E}">
        <p14:creationId xmlns:p14="http://schemas.microsoft.com/office/powerpoint/2010/main" val="3532331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2</a:t>
            </a:fld>
            <a:endParaRPr lang="en-US"/>
          </a:p>
        </p:txBody>
      </p:sp>
    </p:spTree>
    <p:extLst>
      <p:ext uri="{BB962C8B-B14F-4D97-AF65-F5344CB8AC3E}">
        <p14:creationId xmlns:p14="http://schemas.microsoft.com/office/powerpoint/2010/main" val="1580631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lack">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82BBC47-D7E9-E849-BE67-7366DB40877A}"/>
              </a:ext>
            </a:extLst>
          </p:cNvPr>
          <p:cNvPicPr>
            <a:picLocks noChangeAspect="1"/>
          </p:cNvPicPr>
          <p:nvPr userDrawn="1"/>
        </p:nvPicPr>
        <p:blipFill>
          <a:blip r:embed="rId2"/>
          <a:stretch>
            <a:fillRect/>
          </a:stretch>
        </p:blipFill>
        <p:spPr>
          <a:xfrm>
            <a:off x="756134" y="5839622"/>
            <a:ext cx="4062047" cy="430099"/>
          </a:xfrm>
          <a:prstGeom prst="rect">
            <a:avLst/>
          </a:prstGeom>
        </p:spPr>
      </p:pic>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3"/>
          <a:stretch>
            <a:fillRect/>
          </a:stretch>
        </p:blipFill>
        <p:spPr>
          <a:xfrm>
            <a:off x="7467600" y="0"/>
            <a:ext cx="16764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7466030" y="-9439"/>
            <a:ext cx="168504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767442" y="2077278"/>
            <a:ext cx="7144105" cy="534037"/>
          </a:xfrm>
        </p:spPr>
        <p:txBody>
          <a:bodyPr>
            <a:noAutofit/>
          </a:bodyPr>
          <a:lstStyle>
            <a:lvl1pPr>
              <a:defRPr sz="4400" cap="none">
                <a:solidFill>
                  <a:schemeClr val="bg1"/>
                </a:solidFill>
              </a:defRPr>
            </a:lvl1pPr>
          </a:lstStyle>
          <a:p>
            <a:r>
              <a:rPr lang="en-US" dirty="0"/>
              <a:t>Presentation Title</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767442" y="2629339"/>
            <a:ext cx="7144105" cy="449263"/>
          </a:xfrm>
        </p:spPr>
        <p:txBody>
          <a:bodyPr>
            <a:noAutofit/>
          </a:bodyPr>
          <a:lstStyle>
            <a:lvl1pPr marL="0" indent="0">
              <a:buFontTx/>
              <a:buNone/>
              <a:defRPr sz="2000" b="0" i="0">
                <a:solidFill>
                  <a:schemeClr val="bg2"/>
                </a:solidFill>
                <a:latin typeface="Acumin Pro Semibold" panose="020B0504020202020204" pitchFamily="34" charset="77"/>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Subtitle</a:t>
            </a:r>
          </a:p>
        </p:txBody>
      </p:sp>
      <p:sp>
        <p:nvSpPr>
          <p:cNvPr id="3" name="Text Placeholder 8">
            <a:extLst>
              <a:ext uri="{FF2B5EF4-FFF2-40B4-BE49-F238E27FC236}">
                <a16:creationId xmlns:a16="http://schemas.microsoft.com/office/drawing/2014/main" id="{76FFA1BC-72F9-9048-3E39-D300A3A6A52E}"/>
              </a:ext>
            </a:extLst>
          </p:cNvPr>
          <p:cNvSpPr>
            <a:spLocks noGrp="1"/>
          </p:cNvSpPr>
          <p:nvPr>
            <p:ph type="body" sz="quarter" idx="11" hasCustomPrompt="1"/>
          </p:nvPr>
        </p:nvSpPr>
        <p:spPr>
          <a:xfrm>
            <a:off x="767442" y="3093720"/>
            <a:ext cx="7144105" cy="449263"/>
          </a:xfrm>
        </p:spPr>
        <p:txBody>
          <a:bodyPr>
            <a:normAutofit/>
          </a:bodyPr>
          <a:lstStyle>
            <a:lvl1pPr marL="0" indent="0">
              <a:buFontTx/>
              <a:buNone/>
              <a:defRPr sz="1400">
                <a:solidFill>
                  <a:schemeClr val="bg2"/>
                </a:solidFill>
                <a:latin typeface="Acumin Pro" panose="020B0504020202020204" pitchFamily="34" charset="77"/>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fld id="{C7124C19-F609-8C4C-8116-78E353E3E672}" type="datetime1">
              <a:rPr lang="en-US" smtClean="0"/>
              <a:t>3/29/23</a:t>
            </a:fld>
            <a:endParaRPr lang="en-US" dirty="0"/>
          </a:p>
        </p:txBody>
      </p:sp>
    </p:spTree>
    <p:extLst>
      <p:ext uri="{BB962C8B-B14F-4D97-AF65-F5344CB8AC3E}">
        <p14:creationId xmlns:p14="http://schemas.microsoft.com/office/powerpoint/2010/main" val="4214527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7467600" y="0"/>
            <a:ext cx="1676400" cy="6858000"/>
          </a:xfrm>
          <a:prstGeom prst="rect">
            <a:avLst/>
          </a:prstGeom>
          <a:noFill/>
        </p:spPr>
      </p:pic>
      <p:sp>
        <p:nvSpPr>
          <p:cNvPr id="6" name="Title 6">
            <a:extLst>
              <a:ext uri="{FF2B5EF4-FFF2-40B4-BE49-F238E27FC236}">
                <a16:creationId xmlns:a16="http://schemas.microsoft.com/office/drawing/2014/main" id="{B1EEEEC0-D7E4-4DE5-4E3D-FAAD9ABA8990}"/>
              </a:ext>
            </a:extLst>
          </p:cNvPr>
          <p:cNvSpPr>
            <a:spLocks noGrp="1"/>
          </p:cNvSpPr>
          <p:nvPr>
            <p:ph type="title" hasCustomPrompt="1"/>
          </p:nvPr>
        </p:nvSpPr>
        <p:spPr>
          <a:xfrm>
            <a:off x="767442" y="2017643"/>
            <a:ext cx="7183861" cy="583733"/>
          </a:xfrm>
        </p:spPr>
        <p:txBody>
          <a:bodyPr>
            <a:noAutofit/>
          </a:bodyPr>
          <a:lstStyle>
            <a:lvl1pPr>
              <a:defRPr sz="4400" cap="none">
                <a:solidFill>
                  <a:schemeClr val="tx1"/>
                </a:solidFill>
              </a:defRPr>
            </a:lvl1pPr>
          </a:lstStyle>
          <a:p>
            <a:r>
              <a:rPr lang="en-US" dirty="0"/>
              <a:t>Presentation Title</a:t>
            </a:r>
          </a:p>
        </p:txBody>
      </p:sp>
      <p:sp>
        <p:nvSpPr>
          <p:cNvPr id="9" name="Text Placeholder 8">
            <a:extLst>
              <a:ext uri="{FF2B5EF4-FFF2-40B4-BE49-F238E27FC236}">
                <a16:creationId xmlns:a16="http://schemas.microsoft.com/office/drawing/2014/main" id="{D8EDB9B8-C811-84E9-5F58-0130F3A8050C}"/>
              </a:ext>
            </a:extLst>
          </p:cNvPr>
          <p:cNvSpPr>
            <a:spLocks noGrp="1"/>
          </p:cNvSpPr>
          <p:nvPr>
            <p:ph type="body" sz="quarter" idx="10" hasCustomPrompt="1"/>
          </p:nvPr>
        </p:nvSpPr>
        <p:spPr>
          <a:xfrm>
            <a:off x="767442" y="2617147"/>
            <a:ext cx="7183861" cy="449263"/>
          </a:xfrm>
        </p:spPr>
        <p:txBody>
          <a:bodyPr>
            <a:noAutofit/>
          </a:bodyPr>
          <a:lstStyle>
            <a:lvl1pPr marL="0" indent="0">
              <a:buFontTx/>
              <a:buNone/>
              <a:defRPr sz="2000" b="1" i="0">
                <a:solidFill>
                  <a:schemeClr val="tx1"/>
                </a:solidFill>
                <a:latin typeface="Acumin Pro Semibold" panose="020B0504020202020204" pitchFamily="34" charset="77"/>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Subtitle</a:t>
            </a:r>
          </a:p>
        </p:txBody>
      </p:sp>
      <p:sp>
        <p:nvSpPr>
          <p:cNvPr id="10" name="Text Placeholder 8">
            <a:extLst>
              <a:ext uri="{FF2B5EF4-FFF2-40B4-BE49-F238E27FC236}">
                <a16:creationId xmlns:a16="http://schemas.microsoft.com/office/drawing/2014/main" id="{24BF34A7-30DF-7BD2-A5A2-434BBF6672CA}"/>
              </a:ext>
            </a:extLst>
          </p:cNvPr>
          <p:cNvSpPr>
            <a:spLocks noGrp="1"/>
          </p:cNvSpPr>
          <p:nvPr>
            <p:ph type="body" sz="quarter" idx="11" hasCustomPrompt="1"/>
          </p:nvPr>
        </p:nvSpPr>
        <p:spPr>
          <a:xfrm>
            <a:off x="767442" y="3079275"/>
            <a:ext cx="7183861" cy="449263"/>
          </a:xfrm>
        </p:spPr>
        <p:txBody>
          <a:bodyPr>
            <a:normAutofit/>
          </a:bodyPr>
          <a:lstStyle>
            <a:lvl1pPr marL="0" indent="0">
              <a:buFontTx/>
              <a:buNone/>
              <a:defRPr sz="1400" b="0" i="0">
                <a:solidFill>
                  <a:schemeClr val="tx1"/>
                </a:solidFill>
                <a:latin typeface="Acumin Pro Medium" panose="020B0504020202020204" pitchFamily="34" charset="77"/>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3/31/23</a:t>
            </a:r>
          </a:p>
        </p:txBody>
      </p:sp>
      <p:pic>
        <p:nvPicPr>
          <p:cNvPr id="7" name="Picture 6">
            <a:extLst>
              <a:ext uri="{FF2B5EF4-FFF2-40B4-BE49-F238E27FC236}">
                <a16:creationId xmlns:a16="http://schemas.microsoft.com/office/drawing/2014/main" id="{1BAC34E1-E044-0445-842B-2F1F9D1C92C7}"/>
              </a:ext>
            </a:extLst>
          </p:cNvPr>
          <p:cNvPicPr>
            <a:picLocks noChangeAspect="1"/>
          </p:cNvPicPr>
          <p:nvPr userDrawn="1"/>
        </p:nvPicPr>
        <p:blipFill>
          <a:blip r:embed="rId3"/>
          <a:stretch>
            <a:fillRect/>
          </a:stretch>
        </p:blipFill>
        <p:spPr>
          <a:xfrm>
            <a:off x="756134" y="5839622"/>
            <a:ext cx="4062047" cy="430099"/>
          </a:xfrm>
          <a:prstGeom prst="rect">
            <a:avLst/>
          </a:prstGeom>
        </p:spPr>
      </p:pic>
    </p:spTree>
    <p:extLst>
      <p:ext uri="{BB962C8B-B14F-4D97-AF65-F5344CB8AC3E}">
        <p14:creationId xmlns:p14="http://schemas.microsoft.com/office/powerpoint/2010/main" val="56992520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176D92-8FAB-782E-E607-5D0C5CC9C2A2}"/>
              </a:ext>
            </a:extLst>
          </p:cNvPr>
          <p:cNvSpPr>
            <a:spLocks noGrp="1"/>
          </p:cNvSpPr>
          <p:nvPr>
            <p:ph type="pic" idx="1"/>
          </p:nvPr>
        </p:nvSpPr>
        <p:spPr>
          <a:xfrm>
            <a:off x="0" y="0"/>
            <a:ext cx="9144000" cy="6858000"/>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2" name="Title 1">
            <a:extLst>
              <a:ext uri="{FF2B5EF4-FFF2-40B4-BE49-F238E27FC236}">
                <a16:creationId xmlns:a16="http://schemas.microsoft.com/office/drawing/2014/main" id="{85FDAFB6-8BB6-ADBB-6574-5B0C25E7BDDF}"/>
              </a:ext>
            </a:extLst>
          </p:cNvPr>
          <p:cNvSpPr>
            <a:spLocks noGrp="1"/>
          </p:cNvSpPr>
          <p:nvPr>
            <p:ph type="title"/>
          </p:nvPr>
        </p:nvSpPr>
        <p:spPr>
          <a:xfrm>
            <a:off x="359229" y="5049077"/>
            <a:ext cx="8450036" cy="685801"/>
          </a:xfrm>
        </p:spPr>
        <p:txBody>
          <a:bodyPr>
            <a:normAutofit/>
          </a:bodyPr>
          <a:lstStyle>
            <a:lvl1pPr algn="ctr" fontAlgn="b">
              <a:defRPr sz="4000"/>
            </a:lvl1pPr>
          </a:lstStyle>
          <a:p>
            <a:r>
              <a:rPr lang="en-US" dirty="0"/>
              <a:t>Click to edit Master title style</a:t>
            </a:r>
          </a:p>
        </p:txBody>
      </p:sp>
      <p:sp>
        <p:nvSpPr>
          <p:cNvPr id="6" name="Text Placeholder 8">
            <a:extLst>
              <a:ext uri="{FF2B5EF4-FFF2-40B4-BE49-F238E27FC236}">
                <a16:creationId xmlns:a16="http://schemas.microsoft.com/office/drawing/2014/main" id="{5FF931D0-D7E7-D9E1-3CCC-83299A09228A}"/>
              </a:ext>
            </a:extLst>
          </p:cNvPr>
          <p:cNvSpPr>
            <a:spLocks noGrp="1"/>
          </p:cNvSpPr>
          <p:nvPr>
            <p:ph type="body" sz="quarter" idx="10" hasCustomPrompt="1"/>
          </p:nvPr>
        </p:nvSpPr>
        <p:spPr>
          <a:xfrm>
            <a:off x="359229" y="5754757"/>
            <a:ext cx="8450036" cy="449263"/>
          </a:xfrm>
        </p:spPr>
        <p:txBody>
          <a:bodyPr>
            <a:noAutofit/>
          </a:bodyPr>
          <a:lstStyle>
            <a:lvl1pPr marL="0" indent="0" algn="ctr">
              <a:buFontTx/>
              <a:buNone/>
              <a:defRPr sz="2000" b="0" i="0">
                <a:solidFill>
                  <a:schemeClr val="tx1"/>
                </a:solidFill>
                <a:latin typeface="Acumin Pro Medium" panose="020B0504020202020204" pitchFamily="34" charset="77"/>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edit Subtitle style</a:t>
            </a:r>
          </a:p>
        </p:txBody>
      </p:sp>
      <p:pic>
        <p:nvPicPr>
          <p:cNvPr id="7" name="Picture 6">
            <a:extLst>
              <a:ext uri="{FF2B5EF4-FFF2-40B4-BE49-F238E27FC236}">
                <a16:creationId xmlns:a16="http://schemas.microsoft.com/office/drawing/2014/main" id="{1B9BCA5A-C755-0E4A-878C-D1822540E21F}"/>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3586611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0" y="-9525"/>
            <a:ext cx="9144000" cy="6892463"/>
          </a:xfrm>
          <a:ln>
            <a:noFill/>
          </a:ln>
        </p:spPr>
        <p:txBody>
          <a:bodyPr/>
          <a:lstStyle/>
          <a:p>
            <a:endParaRPr lang="en-US"/>
          </a:p>
        </p:txBody>
      </p:sp>
      <p:sp>
        <p:nvSpPr>
          <p:cNvPr id="2" name="Footer Placeholder 1">
            <a:extLst>
              <a:ext uri="{FF2B5EF4-FFF2-40B4-BE49-F238E27FC236}">
                <a16:creationId xmlns:a16="http://schemas.microsoft.com/office/drawing/2014/main" id="{DCA0E95C-D44C-0BD3-29E1-C39EBAC823AE}"/>
              </a:ext>
            </a:extLst>
          </p:cNvPr>
          <p:cNvSpPr>
            <a:spLocks noGrp="1"/>
          </p:cNvSpPr>
          <p:nvPr>
            <p:ph type="ftr" sz="quarter" idx="12"/>
          </p:nvPr>
        </p:nvSpPr>
        <p:spPr/>
        <p:txBody>
          <a:bodyPr/>
          <a:lstStyle/>
          <a:p>
            <a:pPr algn="r"/>
            <a:r>
              <a:rPr lang="en-US"/>
              <a:t>3/31/23            ‹#›</a:t>
            </a:r>
            <a:endParaRPr lang="en-US" dirty="0"/>
          </a:p>
        </p:txBody>
      </p:sp>
    </p:spTree>
    <p:extLst>
      <p:ext uri="{BB962C8B-B14F-4D97-AF65-F5344CB8AC3E}">
        <p14:creationId xmlns:p14="http://schemas.microsoft.com/office/powerpoint/2010/main" val="260421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Copy">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342900" y="1543324"/>
            <a:ext cx="8450035" cy="4454706"/>
          </a:xfrm>
        </p:spPr>
        <p:txBody>
          <a:bodyPr numCol="1">
            <a:noAutofit/>
          </a:bodyPr>
          <a:lstStyle>
            <a:lvl1pPr marL="0" indent="0" algn="l" fontAlgn="t">
              <a:buFontTx/>
              <a:buNone/>
              <a:defRPr sz="1800" baseline="0">
                <a:latin typeface="Acumin Pro" panose="020B0504020202020204" pitchFamily="34" charset="77"/>
              </a:defRPr>
            </a:lvl1pPr>
            <a:lvl2pPr marL="342900" indent="0" algn="l">
              <a:buFontTx/>
              <a:buNone/>
              <a:defRPr sz="1350"/>
            </a:lvl2pPr>
            <a:lvl3pPr marL="685800" indent="0" algn="l">
              <a:buFontTx/>
              <a:buNone/>
              <a:defRPr sz="1350"/>
            </a:lvl3pPr>
            <a:lvl4pPr marL="1028700" indent="0" algn="l">
              <a:buFontTx/>
              <a:buNone/>
              <a:defRPr sz="1350"/>
            </a:lvl4pPr>
            <a:lvl5pPr marL="1371600" indent="0" algn="l">
              <a:buFontTx/>
              <a:buNone/>
              <a:defRPr sz="1350"/>
            </a:lvl5pPr>
          </a:lstStyle>
          <a:p>
            <a:pPr lvl="0"/>
            <a:r>
              <a:rPr lang="en-US" dirty="0"/>
              <a:t>Click to edit</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lvl1pPr fontAlgn="b">
              <a:defRPr/>
            </a:lvl1pPr>
          </a:lstStyle>
          <a:p>
            <a:r>
              <a:rPr lang="en-US" dirty="0"/>
              <a:t>Click to edit Master title style</a:t>
            </a:r>
          </a:p>
        </p:txBody>
      </p:sp>
      <p:sp>
        <p:nvSpPr>
          <p:cNvPr id="2" name="Footer Placeholder 1">
            <a:extLst>
              <a:ext uri="{FF2B5EF4-FFF2-40B4-BE49-F238E27FC236}">
                <a16:creationId xmlns:a16="http://schemas.microsoft.com/office/drawing/2014/main" id="{531718D0-66F2-E88D-01BB-CD3AF9F1A376}"/>
              </a:ext>
            </a:extLst>
          </p:cNvPr>
          <p:cNvSpPr>
            <a:spLocks noGrp="1"/>
          </p:cNvSpPr>
          <p:nvPr>
            <p:ph type="ftr" sz="quarter" idx="12"/>
          </p:nvPr>
        </p:nvSpPr>
        <p:spPr/>
        <p:txBody>
          <a:bodyPr/>
          <a:lstStyle/>
          <a:p>
            <a:pPr algn="r"/>
            <a:r>
              <a:rPr lang="en-US"/>
              <a:t>3/31/23            ‹#›</a:t>
            </a:r>
            <a:endParaRPr lang="en-US" dirty="0"/>
          </a:p>
        </p:txBody>
      </p:sp>
      <p:pic>
        <p:nvPicPr>
          <p:cNvPr id="15" name="Picture 14">
            <a:extLst>
              <a:ext uri="{FF2B5EF4-FFF2-40B4-BE49-F238E27FC236}">
                <a16:creationId xmlns:a16="http://schemas.microsoft.com/office/drawing/2014/main" id="{B0226450-0A2C-4A4B-95A5-6E0D1BC45A72}"/>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362843251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342900" y="1543324"/>
            <a:ext cx="8450035" cy="4454706"/>
          </a:xfrm>
        </p:spPr>
        <p:txBody>
          <a:bodyPr numCol="1">
            <a:noAutofit/>
          </a:bodyPr>
          <a:lstStyle>
            <a:lvl1pPr marL="0" indent="0" algn="l" fontAlgn="t">
              <a:buFontTx/>
              <a:buNone/>
              <a:defRPr sz="1800" baseline="0">
                <a:latin typeface="Acumin Pro" panose="020B0504020202020204" pitchFamily="34" charset="77"/>
              </a:defRPr>
            </a:lvl1pPr>
            <a:lvl2pPr marL="342900" indent="0" algn="l">
              <a:buFontTx/>
              <a:buNone/>
              <a:defRPr sz="1350"/>
            </a:lvl2pPr>
            <a:lvl3pPr marL="685800" indent="0" algn="l">
              <a:buFontTx/>
              <a:buNone/>
              <a:defRPr sz="1350"/>
            </a:lvl3pPr>
            <a:lvl4pPr marL="1028700" indent="0" algn="l">
              <a:buFontTx/>
              <a:buNone/>
              <a:defRPr sz="1350"/>
            </a:lvl4pPr>
            <a:lvl5pPr marL="1371600" indent="0" algn="l">
              <a:buFontTx/>
              <a:buNone/>
              <a:defRPr sz="1350"/>
            </a:lvl5pPr>
          </a:lstStyle>
          <a:p>
            <a:pPr lvl="0"/>
            <a:r>
              <a:rPr lang="en-US" dirty="0"/>
              <a:t>Click to edit</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lvl1pPr fontAlgn="b">
              <a:defRPr/>
            </a:lvl1pPr>
          </a:lstStyle>
          <a:p>
            <a:r>
              <a:rPr lang="en-US" dirty="0"/>
              <a:t>Click to edit Master title style</a:t>
            </a:r>
          </a:p>
        </p:txBody>
      </p:sp>
      <p:sp>
        <p:nvSpPr>
          <p:cNvPr id="2" name="Footer Placeholder 1">
            <a:extLst>
              <a:ext uri="{FF2B5EF4-FFF2-40B4-BE49-F238E27FC236}">
                <a16:creationId xmlns:a16="http://schemas.microsoft.com/office/drawing/2014/main" id="{531718D0-66F2-E88D-01BB-CD3AF9F1A376}"/>
              </a:ext>
            </a:extLst>
          </p:cNvPr>
          <p:cNvSpPr>
            <a:spLocks noGrp="1"/>
          </p:cNvSpPr>
          <p:nvPr>
            <p:ph type="ftr" sz="quarter" idx="12"/>
          </p:nvPr>
        </p:nvSpPr>
        <p:spPr/>
        <p:txBody>
          <a:bodyPr/>
          <a:lstStyle/>
          <a:p>
            <a:pPr algn="r"/>
            <a:r>
              <a:rPr lang="en-US"/>
              <a:t>3/31/23            ‹#›</a:t>
            </a:r>
            <a:endParaRPr lang="en-US" dirty="0"/>
          </a:p>
        </p:txBody>
      </p:sp>
      <p:pic>
        <p:nvPicPr>
          <p:cNvPr id="15" name="Picture 14">
            <a:extLst>
              <a:ext uri="{FF2B5EF4-FFF2-40B4-BE49-F238E27FC236}">
                <a16:creationId xmlns:a16="http://schemas.microsoft.com/office/drawing/2014/main" id="{92317D3B-55CD-0048-B746-CB10A28D4EF6}"/>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76587232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628D381-488B-4C1C-32F0-1D389C1FF7E3}"/>
              </a:ext>
            </a:extLst>
          </p:cNvPr>
          <p:cNvSpPr>
            <a:spLocks noGrp="1"/>
          </p:cNvSpPr>
          <p:nvPr>
            <p:ph idx="14"/>
          </p:nvPr>
        </p:nvSpPr>
        <p:spPr>
          <a:xfrm>
            <a:off x="351064" y="1543324"/>
            <a:ext cx="8450036" cy="4454706"/>
          </a:xfrm>
        </p:spPr>
        <p:txBody>
          <a:bodyPr>
            <a:normAutofit/>
          </a:bodyPr>
          <a:lstStyle>
            <a:lvl1pPr>
              <a:defRPr sz="1800" b="0" i="0">
                <a:latin typeface="Acumin Pro" panose="020B0504020202020204" pitchFamily="34" charset="77"/>
              </a:defRPr>
            </a:lvl1pPr>
            <a:lvl2pPr>
              <a:defRPr sz="1700" b="0" i="0">
                <a:latin typeface="Acumin Pro" panose="020B0504020202020204" pitchFamily="34" charset="77"/>
              </a:defRPr>
            </a:lvl2pPr>
            <a:lvl3pPr>
              <a:defRPr sz="1600" b="0" i="0">
                <a:latin typeface="Acumin Pro" panose="020B0504020202020204" pitchFamily="34" charset="77"/>
              </a:defRPr>
            </a:lvl3pPr>
            <a:lvl4pPr>
              <a:defRPr sz="1125"/>
            </a:lvl4pPr>
            <a:lvl5pPr>
              <a:defRPr sz="105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p:txBody>
      </p:sp>
      <p:sp>
        <p:nvSpPr>
          <p:cNvPr id="4" name="Title 3">
            <a:extLst>
              <a:ext uri="{FF2B5EF4-FFF2-40B4-BE49-F238E27FC236}">
                <a16:creationId xmlns:a16="http://schemas.microsoft.com/office/drawing/2014/main" id="{15EE0A7E-143D-2A83-397F-55801DA0663E}"/>
              </a:ext>
            </a:extLst>
          </p:cNvPr>
          <p:cNvSpPr>
            <a:spLocks noGrp="1"/>
          </p:cNvSpPr>
          <p:nvPr>
            <p:ph type="title"/>
          </p:nvPr>
        </p:nvSpPr>
        <p:spPr/>
        <p:txBody>
          <a:bodyPr/>
          <a:lstStyle>
            <a:lvl1pPr fontAlgn="b">
              <a:defRPr/>
            </a:lvl1pPr>
          </a:lstStyle>
          <a:p>
            <a:r>
              <a:rPr lang="en-US" dirty="0"/>
              <a:t>Click to edit Master title style</a:t>
            </a:r>
          </a:p>
        </p:txBody>
      </p:sp>
      <p:sp>
        <p:nvSpPr>
          <p:cNvPr id="5" name="Text Placeholder 13">
            <a:extLst>
              <a:ext uri="{FF2B5EF4-FFF2-40B4-BE49-F238E27FC236}">
                <a16:creationId xmlns:a16="http://schemas.microsoft.com/office/drawing/2014/main" id="{65EE62C3-A7DA-7701-DE4B-C1A290C4FAE3}"/>
              </a:ext>
            </a:extLst>
          </p:cNvPr>
          <p:cNvSpPr>
            <a:spLocks noGrp="1"/>
          </p:cNvSpPr>
          <p:nvPr>
            <p:ph type="body" sz="quarter" idx="11"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6" name="Footer Placeholder 5">
            <a:extLst>
              <a:ext uri="{FF2B5EF4-FFF2-40B4-BE49-F238E27FC236}">
                <a16:creationId xmlns:a16="http://schemas.microsoft.com/office/drawing/2014/main" id="{0BF54FE2-5844-7885-7089-16924C393EB6}"/>
              </a:ext>
            </a:extLst>
          </p:cNvPr>
          <p:cNvSpPr>
            <a:spLocks noGrp="1"/>
          </p:cNvSpPr>
          <p:nvPr>
            <p:ph type="ftr" sz="quarter" idx="15"/>
          </p:nvPr>
        </p:nvSpPr>
        <p:spPr/>
        <p:txBody>
          <a:bodyPr/>
          <a:lstStyle/>
          <a:p>
            <a:pPr algn="r"/>
            <a:r>
              <a:rPr lang="en-US"/>
              <a:t>3/31/23            ‹#›</a:t>
            </a:r>
            <a:endParaRPr lang="en-US" dirty="0"/>
          </a:p>
        </p:txBody>
      </p:sp>
      <p:pic>
        <p:nvPicPr>
          <p:cNvPr id="13" name="Picture 12">
            <a:extLst>
              <a:ext uri="{FF2B5EF4-FFF2-40B4-BE49-F238E27FC236}">
                <a16:creationId xmlns:a16="http://schemas.microsoft.com/office/drawing/2014/main" id="{69F76393-33C8-0244-A117-D97655079CBB}"/>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62690368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Content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lvl1pPr fontAlgn="b">
              <a:defRPr/>
            </a:lvl1pPr>
          </a:lstStyle>
          <a:p>
            <a:r>
              <a:rPr lang="en-US" dirty="0"/>
              <a:t>Click to edit Master title style</a:t>
            </a:r>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351065" y="1543324"/>
            <a:ext cx="4059877" cy="4390338"/>
          </a:xfrm>
        </p:spPr>
        <p:txBody>
          <a:bodyPr>
            <a:normAutofit/>
          </a:bodyPr>
          <a:lstStyle>
            <a:lvl1pPr>
              <a:defRPr sz="1800" b="0" i="0">
                <a:latin typeface="Acumin Pro" panose="020B0504020202020204" pitchFamily="34" charset="77"/>
              </a:defRPr>
            </a:lvl1pPr>
            <a:lvl2pPr>
              <a:defRPr sz="1700" b="0" i="0">
                <a:latin typeface="Acumin Pro" panose="020B0504020202020204" pitchFamily="34" charset="77"/>
              </a:defRPr>
            </a:lvl2pPr>
            <a:lvl3pPr>
              <a:defRPr sz="1600" b="0" i="0">
                <a:latin typeface="Acumin Pro" panose="020B0504020202020204" pitchFamily="34" charset="77"/>
              </a:defRPr>
            </a:lvl3pPr>
            <a:lvl4pPr>
              <a:defRPr sz="1125"/>
            </a:lvl4pPr>
            <a:lvl5pPr>
              <a:defRPr sz="105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p:txBody>
      </p:sp>
      <p:sp>
        <p:nvSpPr>
          <p:cNvPr id="10" name="Content Placeholder 2">
            <a:extLst>
              <a:ext uri="{FF2B5EF4-FFF2-40B4-BE49-F238E27FC236}">
                <a16:creationId xmlns:a16="http://schemas.microsoft.com/office/drawing/2014/main" id="{8F449F3F-4187-E891-E28D-ABAA40118134}"/>
              </a:ext>
            </a:extLst>
          </p:cNvPr>
          <p:cNvSpPr>
            <a:spLocks noGrp="1"/>
          </p:cNvSpPr>
          <p:nvPr>
            <p:ph idx="13"/>
          </p:nvPr>
        </p:nvSpPr>
        <p:spPr>
          <a:xfrm>
            <a:off x="4731868" y="1543324"/>
            <a:ext cx="4069232" cy="4390338"/>
          </a:xfrm>
        </p:spPr>
        <p:txBody>
          <a:bodyPr>
            <a:normAutofit/>
          </a:bodyPr>
          <a:lstStyle>
            <a:lvl1pPr>
              <a:defRPr sz="1800" b="0" i="0">
                <a:latin typeface="Acumin Pro" panose="020B0504020202020204" pitchFamily="34" charset="77"/>
              </a:defRPr>
            </a:lvl1pPr>
            <a:lvl2pPr>
              <a:defRPr sz="1700" b="0" i="0">
                <a:latin typeface="Acumin Pro" panose="020B0504020202020204" pitchFamily="34" charset="77"/>
              </a:defRPr>
            </a:lvl2pPr>
            <a:lvl3pPr>
              <a:defRPr sz="1600" b="0" i="0">
                <a:latin typeface="Acumin Pro" panose="020B0504020202020204" pitchFamily="34" charset="77"/>
              </a:defRPr>
            </a:lvl3pPr>
            <a:lvl4pPr>
              <a:defRPr sz="1125"/>
            </a:lvl4pPr>
            <a:lvl5pPr>
              <a:defRPr sz="105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p:txBody>
      </p:sp>
      <p:sp>
        <p:nvSpPr>
          <p:cNvPr id="13" name="Text Placeholder 13">
            <a:extLst>
              <a:ext uri="{FF2B5EF4-FFF2-40B4-BE49-F238E27FC236}">
                <a16:creationId xmlns:a16="http://schemas.microsoft.com/office/drawing/2014/main" id="{5FC4CE19-DA95-2729-993D-BB0D45B6B56B}"/>
              </a:ext>
            </a:extLst>
          </p:cNvPr>
          <p:cNvSpPr>
            <a:spLocks noGrp="1"/>
          </p:cNvSpPr>
          <p:nvPr>
            <p:ph type="body" sz="quarter" idx="11"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3" name="Footer Placeholder 2">
            <a:extLst>
              <a:ext uri="{FF2B5EF4-FFF2-40B4-BE49-F238E27FC236}">
                <a16:creationId xmlns:a16="http://schemas.microsoft.com/office/drawing/2014/main" id="{73E23E79-165A-C0A0-34F4-D4CD4FAC54E2}"/>
              </a:ext>
            </a:extLst>
          </p:cNvPr>
          <p:cNvSpPr>
            <a:spLocks noGrp="1"/>
          </p:cNvSpPr>
          <p:nvPr>
            <p:ph type="ftr" sz="quarter" idx="14"/>
          </p:nvPr>
        </p:nvSpPr>
        <p:spPr/>
        <p:txBody>
          <a:bodyPr/>
          <a:lstStyle/>
          <a:p>
            <a:pPr algn="r"/>
            <a:r>
              <a:rPr lang="en-US"/>
              <a:t>3/31/23            ‹#›</a:t>
            </a:r>
            <a:endParaRPr lang="en-US" dirty="0"/>
          </a:p>
        </p:txBody>
      </p:sp>
      <p:pic>
        <p:nvPicPr>
          <p:cNvPr id="16" name="Picture 15">
            <a:extLst>
              <a:ext uri="{FF2B5EF4-FFF2-40B4-BE49-F238E27FC236}">
                <a16:creationId xmlns:a16="http://schemas.microsoft.com/office/drawing/2014/main" id="{E5EEFC3C-29D1-EA4A-9C0C-4952B6183839}"/>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3639963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ontent -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lvl1pPr fontAlgn="b">
              <a:defRPr/>
            </a:lvl1pPr>
          </a:lstStyle>
          <a:p>
            <a:r>
              <a:rPr lang="en-US" dirty="0"/>
              <a:t>Click to edit Master title style</a:t>
            </a:r>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351066" y="1543324"/>
            <a:ext cx="2630674" cy="4390338"/>
          </a:xfrm>
        </p:spPr>
        <p:txBody>
          <a:bodyPr>
            <a:normAutofit/>
          </a:bodyPr>
          <a:lstStyle>
            <a:lvl1pPr>
              <a:defRPr sz="1800" b="0" i="0">
                <a:latin typeface="Acumin Pro" panose="020B0504020202020204" pitchFamily="34" charset="77"/>
              </a:defRPr>
            </a:lvl1pPr>
            <a:lvl2pPr>
              <a:defRPr sz="1700" b="0" i="0">
                <a:latin typeface="Acumin Pro" panose="020B0504020202020204" pitchFamily="34" charset="77"/>
              </a:defRPr>
            </a:lvl2pPr>
            <a:lvl3pPr>
              <a:defRPr sz="1600" b="0" i="0">
                <a:latin typeface="Acumin Pro" panose="020B0504020202020204" pitchFamily="34" charset="77"/>
              </a:defRPr>
            </a:lvl3pPr>
            <a:lvl4pPr>
              <a:defRPr sz="1125"/>
            </a:lvl4pPr>
            <a:lvl5pPr>
              <a:defRPr sz="105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p:txBody>
      </p:sp>
      <p:sp>
        <p:nvSpPr>
          <p:cNvPr id="11" name="Content Placeholder 2">
            <a:extLst>
              <a:ext uri="{FF2B5EF4-FFF2-40B4-BE49-F238E27FC236}">
                <a16:creationId xmlns:a16="http://schemas.microsoft.com/office/drawing/2014/main" id="{66D77F14-E88B-D0A5-6F63-E4DA45A7CD6B}"/>
              </a:ext>
            </a:extLst>
          </p:cNvPr>
          <p:cNvSpPr>
            <a:spLocks noGrp="1"/>
          </p:cNvSpPr>
          <p:nvPr>
            <p:ph idx="17"/>
          </p:nvPr>
        </p:nvSpPr>
        <p:spPr>
          <a:xfrm>
            <a:off x="3256663" y="1543324"/>
            <a:ext cx="2630674" cy="4390337"/>
          </a:xfrm>
        </p:spPr>
        <p:txBody>
          <a:bodyPr>
            <a:normAutofit/>
          </a:bodyPr>
          <a:lstStyle>
            <a:lvl1pPr>
              <a:defRPr sz="1800" b="0" i="0">
                <a:latin typeface="Acumin Pro" panose="020B0504020202020204" pitchFamily="34" charset="77"/>
              </a:defRPr>
            </a:lvl1pPr>
            <a:lvl2pPr>
              <a:defRPr sz="1700" b="0" i="0">
                <a:latin typeface="Acumin Pro" panose="020B0504020202020204" pitchFamily="34" charset="77"/>
              </a:defRPr>
            </a:lvl2pPr>
            <a:lvl3pPr>
              <a:defRPr sz="1600" b="0" i="0">
                <a:latin typeface="Acumin Pro" panose="020B0504020202020204" pitchFamily="34" charset="77"/>
              </a:defRPr>
            </a:lvl3pPr>
            <a:lvl4pPr>
              <a:defRPr sz="1125"/>
            </a:lvl4pPr>
            <a:lvl5pPr>
              <a:defRPr sz="105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p:txBody>
      </p:sp>
      <p:sp>
        <p:nvSpPr>
          <p:cNvPr id="12" name="Content Placeholder 2">
            <a:extLst>
              <a:ext uri="{FF2B5EF4-FFF2-40B4-BE49-F238E27FC236}">
                <a16:creationId xmlns:a16="http://schemas.microsoft.com/office/drawing/2014/main" id="{5A95E987-1BAB-5DE6-3A52-75935C62985E}"/>
              </a:ext>
            </a:extLst>
          </p:cNvPr>
          <p:cNvSpPr>
            <a:spLocks noGrp="1"/>
          </p:cNvSpPr>
          <p:nvPr>
            <p:ph idx="18"/>
          </p:nvPr>
        </p:nvSpPr>
        <p:spPr>
          <a:xfrm>
            <a:off x="6182353" y="1543323"/>
            <a:ext cx="2630674" cy="4390337"/>
          </a:xfrm>
        </p:spPr>
        <p:txBody>
          <a:bodyPr>
            <a:normAutofit/>
          </a:bodyPr>
          <a:lstStyle>
            <a:lvl1pPr>
              <a:defRPr sz="1800" b="0" i="0">
                <a:latin typeface="Acumin Pro" panose="020B0504020202020204" pitchFamily="34" charset="77"/>
              </a:defRPr>
            </a:lvl1pPr>
            <a:lvl2pPr>
              <a:defRPr sz="1700" b="0" i="0">
                <a:latin typeface="Acumin Pro" panose="020B0504020202020204" pitchFamily="34" charset="77"/>
              </a:defRPr>
            </a:lvl2pPr>
            <a:lvl3pPr>
              <a:defRPr sz="1600" b="0" i="0">
                <a:latin typeface="Acumin Pro" panose="020B0504020202020204" pitchFamily="34" charset="77"/>
              </a:defRPr>
            </a:lvl3pPr>
            <a:lvl4pPr>
              <a:defRPr sz="1125"/>
            </a:lvl4pPr>
            <a:lvl5pPr>
              <a:defRPr sz="105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p:txBody>
      </p:sp>
      <p:sp>
        <p:nvSpPr>
          <p:cNvPr id="13" name="Text Placeholder 13">
            <a:extLst>
              <a:ext uri="{FF2B5EF4-FFF2-40B4-BE49-F238E27FC236}">
                <a16:creationId xmlns:a16="http://schemas.microsoft.com/office/drawing/2014/main" id="{5CA31FF2-2F1A-7D0F-36B0-1773F6A9AB34}"/>
              </a:ext>
            </a:extLst>
          </p:cNvPr>
          <p:cNvSpPr>
            <a:spLocks noGrp="1"/>
          </p:cNvSpPr>
          <p:nvPr>
            <p:ph type="body" sz="quarter" idx="11"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Footer Placeholder 3">
            <a:extLst>
              <a:ext uri="{FF2B5EF4-FFF2-40B4-BE49-F238E27FC236}">
                <a16:creationId xmlns:a16="http://schemas.microsoft.com/office/drawing/2014/main" id="{67E20F0F-7917-55BD-382B-A4E024108196}"/>
              </a:ext>
            </a:extLst>
          </p:cNvPr>
          <p:cNvSpPr>
            <a:spLocks noGrp="1"/>
          </p:cNvSpPr>
          <p:nvPr>
            <p:ph type="ftr" sz="quarter" idx="19"/>
          </p:nvPr>
        </p:nvSpPr>
        <p:spPr/>
        <p:txBody>
          <a:bodyPr/>
          <a:lstStyle/>
          <a:p>
            <a:pPr algn="r"/>
            <a:r>
              <a:rPr lang="en-US"/>
              <a:t>3/31/23            ‹#›</a:t>
            </a:r>
            <a:endParaRPr lang="en-US" dirty="0"/>
          </a:p>
        </p:txBody>
      </p:sp>
      <p:pic>
        <p:nvPicPr>
          <p:cNvPr id="17" name="Picture 16">
            <a:extLst>
              <a:ext uri="{FF2B5EF4-FFF2-40B4-BE49-F238E27FC236}">
                <a16:creationId xmlns:a16="http://schemas.microsoft.com/office/drawing/2014/main" id="{412896B7-E91D-CD4D-A891-824CE769BCC7}"/>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681714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334735" y="3652273"/>
            <a:ext cx="4102307" cy="2345757"/>
          </a:xfrm>
        </p:spPr>
        <p:txBody>
          <a:bodyPr numCol="1">
            <a:noAutofit/>
          </a:bodyPr>
          <a:lstStyle>
            <a:lvl1pPr marL="214313" indent="-214313" algn="l" fontAlgn="t">
              <a:buFont typeface="Wingdings" pitchFamily="2" charset="2"/>
              <a:buChar char="§"/>
              <a:defRPr sz="1800" b="0" i="0" baseline="0">
                <a:latin typeface="Acumin Pro" panose="020B0504020202020204" pitchFamily="34" charset="77"/>
              </a:defRPr>
            </a:lvl1pPr>
            <a:lvl2pPr marL="342900" indent="0" algn="l">
              <a:buFontTx/>
              <a:buNone/>
              <a:defRPr sz="1350"/>
            </a:lvl2pPr>
            <a:lvl3pPr marL="685800" indent="0" algn="l">
              <a:buFontTx/>
              <a:buNone/>
              <a:defRPr sz="1350"/>
            </a:lvl3pPr>
            <a:lvl4pPr marL="1028700" indent="0" algn="l">
              <a:buFontTx/>
              <a:buNone/>
              <a:defRPr sz="1350"/>
            </a:lvl4pPr>
            <a:lvl5pPr marL="1371600" indent="0" algn="l">
              <a:buFontTx/>
              <a:buNone/>
              <a:defRPr sz="1350"/>
            </a:lvl5pPr>
          </a:lstStyle>
          <a:p>
            <a:pPr lvl="0"/>
            <a:r>
              <a:rPr lang="en-US" dirty="0"/>
              <a:t>Click to edit</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lvl1pPr fontAlgn="b">
              <a:defRPr/>
            </a:lvl1pPr>
          </a:lstStyle>
          <a:p>
            <a:r>
              <a:rPr lang="en-US" dirty="0"/>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334734" y="1543324"/>
            <a:ext cx="4102309"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4706959" y="1543324"/>
            <a:ext cx="4094045"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4698697" y="3652272"/>
            <a:ext cx="4102307" cy="2345757"/>
          </a:xfrm>
        </p:spPr>
        <p:txBody>
          <a:bodyPr numCol="1">
            <a:noAutofit/>
          </a:bodyPr>
          <a:lstStyle>
            <a:lvl1pPr marL="214313" indent="-214313" algn="l" fontAlgn="t">
              <a:buFont typeface="Wingdings" pitchFamily="2" charset="2"/>
              <a:buChar char="§"/>
              <a:defRPr sz="1800" b="0" i="0" baseline="0">
                <a:latin typeface="Acumin Pro" panose="020B0504020202020204" pitchFamily="34" charset="77"/>
              </a:defRPr>
            </a:lvl1pPr>
            <a:lvl2pPr marL="342900" indent="0" algn="l">
              <a:buFontTx/>
              <a:buNone/>
              <a:defRPr sz="1350"/>
            </a:lvl2pPr>
            <a:lvl3pPr marL="685800" indent="0" algn="l">
              <a:buFontTx/>
              <a:buNone/>
              <a:defRPr sz="1350"/>
            </a:lvl3pPr>
            <a:lvl4pPr marL="1028700" indent="0" algn="l">
              <a:buFontTx/>
              <a:buNone/>
              <a:defRPr sz="1350"/>
            </a:lvl4pPr>
            <a:lvl5pPr marL="1371600" indent="0" algn="l">
              <a:buFontTx/>
              <a:buNone/>
              <a:defRPr sz="1350"/>
            </a:lvl5pPr>
          </a:lstStyle>
          <a:p>
            <a:pPr lvl="0"/>
            <a:r>
              <a:rPr lang="en-US" dirty="0"/>
              <a:t>Click to edit</a:t>
            </a:r>
          </a:p>
        </p:txBody>
      </p:sp>
      <p:sp>
        <p:nvSpPr>
          <p:cNvPr id="10" name="Footer Placeholder 9">
            <a:extLst>
              <a:ext uri="{FF2B5EF4-FFF2-40B4-BE49-F238E27FC236}">
                <a16:creationId xmlns:a16="http://schemas.microsoft.com/office/drawing/2014/main" id="{91641B97-9FFC-02AC-9A83-AD9CF1F958B2}"/>
              </a:ext>
            </a:extLst>
          </p:cNvPr>
          <p:cNvSpPr>
            <a:spLocks noGrp="1"/>
          </p:cNvSpPr>
          <p:nvPr>
            <p:ph type="ftr" sz="quarter" idx="16"/>
          </p:nvPr>
        </p:nvSpPr>
        <p:spPr/>
        <p:txBody>
          <a:bodyPr/>
          <a:lstStyle/>
          <a:p>
            <a:pPr algn="r"/>
            <a:r>
              <a:rPr lang="en-US"/>
              <a:t>3/31/23            ‹#›</a:t>
            </a:r>
            <a:endParaRPr lang="en-US" dirty="0"/>
          </a:p>
        </p:txBody>
      </p:sp>
      <p:pic>
        <p:nvPicPr>
          <p:cNvPr id="18" name="Picture 17">
            <a:extLst>
              <a:ext uri="{FF2B5EF4-FFF2-40B4-BE49-F238E27FC236}">
                <a16:creationId xmlns:a16="http://schemas.microsoft.com/office/drawing/2014/main" id="{68D58084-BB32-E44F-B6BE-79DC4BE0EE17}"/>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72668508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with Copy - 3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342900" y="954291"/>
            <a:ext cx="8458200" cy="365760"/>
          </a:xfrm>
        </p:spPr>
        <p:txBody>
          <a:bodyPr>
            <a:noAutofit/>
          </a:bodyPr>
          <a:lstStyle>
            <a:lvl1pPr marL="0" indent="0" algn="l">
              <a:buNone/>
              <a:defRPr sz="2000" baseline="0">
                <a:solidFill>
                  <a:schemeClr val="accent4">
                    <a:lumMod val="65000"/>
                  </a:schemeClr>
                </a:solidFill>
                <a:latin typeface="Franklin Gothic Medium Cond" panose="020B0606030402020204" pitchFamily="34" charset="0"/>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334736" y="3652273"/>
            <a:ext cx="2650859" cy="2345757"/>
          </a:xfrm>
        </p:spPr>
        <p:txBody>
          <a:bodyPr numCol="1">
            <a:noAutofit/>
          </a:bodyPr>
          <a:lstStyle>
            <a:lvl1pPr marL="214313" indent="-214313" algn="l" fontAlgn="t">
              <a:buFont typeface="Wingdings" pitchFamily="2" charset="2"/>
              <a:buChar char="§"/>
              <a:defRPr sz="1800" b="0" i="0" baseline="0">
                <a:latin typeface="Acumin Pro" panose="020B0504020202020204" pitchFamily="34" charset="77"/>
              </a:defRPr>
            </a:lvl1pPr>
            <a:lvl2pPr marL="342900" indent="0" algn="l">
              <a:buFontTx/>
              <a:buNone/>
              <a:defRPr sz="1350"/>
            </a:lvl2pPr>
            <a:lvl3pPr marL="685800" indent="0" algn="l">
              <a:buFontTx/>
              <a:buNone/>
              <a:defRPr sz="1350"/>
            </a:lvl3pPr>
            <a:lvl4pPr marL="1028700" indent="0" algn="l">
              <a:buFontTx/>
              <a:buNone/>
              <a:defRPr sz="1350"/>
            </a:lvl4pPr>
            <a:lvl5pPr marL="1371600" indent="0" algn="l">
              <a:buFontTx/>
              <a:buNone/>
              <a:defRPr sz="1350"/>
            </a:lvl5pPr>
          </a:lstStyle>
          <a:p>
            <a:pPr lvl="0"/>
            <a:r>
              <a:rPr lang="en-US" dirty="0"/>
              <a:t>Click to edit</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lvl1pPr fontAlgn="b">
              <a:defRPr/>
            </a:lvl1pPr>
          </a:lstStyle>
          <a:p>
            <a:r>
              <a:rPr lang="en-US" dirty="0"/>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334735" y="1543324"/>
            <a:ext cx="2650859"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3252731" y="1543325"/>
            <a:ext cx="2645520"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3244470" y="3652273"/>
            <a:ext cx="2650859" cy="2345757"/>
          </a:xfrm>
        </p:spPr>
        <p:txBody>
          <a:bodyPr numCol="1">
            <a:noAutofit/>
          </a:bodyPr>
          <a:lstStyle>
            <a:lvl1pPr marL="214313" indent="-214313" algn="l" fontAlgn="t">
              <a:buFont typeface="Wingdings" pitchFamily="2" charset="2"/>
              <a:buChar char="§"/>
              <a:defRPr sz="1800" b="0" i="0" baseline="0">
                <a:latin typeface="Acumin Pro" panose="020B0504020202020204" pitchFamily="34" charset="77"/>
              </a:defRPr>
            </a:lvl1pPr>
            <a:lvl2pPr marL="342900" indent="0" algn="l">
              <a:buFontTx/>
              <a:buNone/>
              <a:defRPr sz="1350"/>
            </a:lvl2pPr>
            <a:lvl3pPr marL="685800" indent="0" algn="l">
              <a:buFontTx/>
              <a:buNone/>
              <a:defRPr sz="1350"/>
            </a:lvl3pPr>
            <a:lvl4pPr marL="1028700" indent="0" algn="l">
              <a:buFontTx/>
              <a:buNone/>
              <a:defRPr sz="1350"/>
            </a:lvl4pPr>
            <a:lvl5pPr marL="1371600" indent="0" algn="l">
              <a:buFontTx/>
              <a:buNone/>
              <a:defRPr sz="1350"/>
            </a:lvl5pPr>
          </a:lstStyle>
          <a:p>
            <a:pPr lvl="0"/>
            <a:r>
              <a:rPr lang="en-US" dirty="0"/>
              <a:t>Click to edit</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6154204" y="1532308"/>
            <a:ext cx="2645520"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0" name="Text Placeholder 11">
            <a:extLst>
              <a:ext uri="{FF2B5EF4-FFF2-40B4-BE49-F238E27FC236}">
                <a16:creationId xmlns:a16="http://schemas.microsoft.com/office/drawing/2014/main" id="{347E27B2-1DE2-3469-81EF-9EBD7DC7AFBA}"/>
              </a:ext>
            </a:extLst>
          </p:cNvPr>
          <p:cNvSpPr>
            <a:spLocks noGrp="1"/>
          </p:cNvSpPr>
          <p:nvPr>
            <p:ph type="body" sz="quarter" idx="17"/>
          </p:nvPr>
        </p:nvSpPr>
        <p:spPr>
          <a:xfrm>
            <a:off x="6145943" y="3641256"/>
            <a:ext cx="2650859" cy="2345757"/>
          </a:xfrm>
        </p:spPr>
        <p:txBody>
          <a:bodyPr numCol="1">
            <a:noAutofit/>
          </a:bodyPr>
          <a:lstStyle>
            <a:lvl1pPr marL="214313" indent="-214313" algn="l" fontAlgn="t">
              <a:buFont typeface="Wingdings" pitchFamily="2" charset="2"/>
              <a:buChar char="§"/>
              <a:defRPr sz="1800" b="0" i="0" baseline="0">
                <a:latin typeface="Acumin Pro" panose="020B0504020202020204" pitchFamily="34" charset="77"/>
              </a:defRPr>
            </a:lvl1pPr>
            <a:lvl2pPr marL="342900" indent="0" algn="l">
              <a:buFontTx/>
              <a:buNone/>
              <a:defRPr sz="1350"/>
            </a:lvl2pPr>
            <a:lvl3pPr marL="685800" indent="0" algn="l">
              <a:buFontTx/>
              <a:buNone/>
              <a:defRPr sz="1350"/>
            </a:lvl3pPr>
            <a:lvl4pPr marL="1028700" indent="0" algn="l">
              <a:buFontTx/>
              <a:buNone/>
              <a:defRPr sz="1350"/>
            </a:lvl4pPr>
            <a:lvl5pPr marL="1371600" indent="0" algn="l">
              <a:buFontTx/>
              <a:buNone/>
              <a:defRPr sz="1350"/>
            </a:lvl5pPr>
          </a:lstStyle>
          <a:p>
            <a:pPr lvl="0"/>
            <a:r>
              <a:rPr lang="en-US" dirty="0"/>
              <a:t>Click to edit</a:t>
            </a:r>
          </a:p>
        </p:txBody>
      </p:sp>
      <p:sp>
        <p:nvSpPr>
          <p:cNvPr id="11" name="Footer Placeholder 10">
            <a:extLst>
              <a:ext uri="{FF2B5EF4-FFF2-40B4-BE49-F238E27FC236}">
                <a16:creationId xmlns:a16="http://schemas.microsoft.com/office/drawing/2014/main" id="{F039C530-4D1F-8F28-146E-3ECC4BBCE9E0}"/>
              </a:ext>
            </a:extLst>
          </p:cNvPr>
          <p:cNvSpPr>
            <a:spLocks noGrp="1"/>
          </p:cNvSpPr>
          <p:nvPr>
            <p:ph type="ftr" sz="quarter" idx="18"/>
          </p:nvPr>
        </p:nvSpPr>
        <p:spPr/>
        <p:txBody>
          <a:bodyPr/>
          <a:lstStyle/>
          <a:p>
            <a:pPr algn="r"/>
            <a:r>
              <a:rPr lang="en-US"/>
              <a:t>3/31/23            ‹#›</a:t>
            </a:r>
            <a:endParaRPr lang="en-US" dirty="0"/>
          </a:p>
        </p:txBody>
      </p:sp>
      <p:pic>
        <p:nvPicPr>
          <p:cNvPr id="19" name="Picture 18">
            <a:extLst>
              <a:ext uri="{FF2B5EF4-FFF2-40B4-BE49-F238E27FC236}">
                <a16:creationId xmlns:a16="http://schemas.microsoft.com/office/drawing/2014/main" id="{764C2680-37A6-C442-ACC9-0E1A4F33FDCA}"/>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24607671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7402-16CB-60F1-259A-4E1A16194431}"/>
              </a:ext>
            </a:extLst>
          </p:cNvPr>
          <p:cNvSpPr>
            <a:spLocks noGrp="1"/>
          </p:cNvSpPr>
          <p:nvPr>
            <p:ph type="title"/>
          </p:nvPr>
        </p:nvSpPr>
        <p:spPr>
          <a:xfrm>
            <a:off x="342902" y="457200"/>
            <a:ext cx="3236117" cy="964096"/>
          </a:xfrm>
        </p:spPr>
        <p:txBody>
          <a:bodyPr anchor="b">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B9889552-EB9F-6D72-9130-E107C02C22F6}"/>
              </a:ext>
            </a:extLst>
          </p:cNvPr>
          <p:cNvSpPr>
            <a:spLocks noGrp="1"/>
          </p:cNvSpPr>
          <p:nvPr>
            <p:ph type="body" sz="half" idx="2"/>
          </p:nvPr>
        </p:nvSpPr>
        <p:spPr>
          <a:xfrm>
            <a:off x="342902" y="1570384"/>
            <a:ext cx="3236117" cy="4298605"/>
          </a:xfrm>
        </p:spPr>
        <p:txBody>
          <a:bodyPr>
            <a:normAutofit/>
          </a:bodyPr>
          <a:lstStyle>
            <a:lvl1pPr marL="0" indent="0">
              <a:buNone/>
              <a:defRPr sz="18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0" name="Content Placeholder 2">
            <a:extLst>
              <a:ext uri="{FF2B5EF4-FFF2-40B4-BE49-F238E27FC236}">
                <a16:creationId xmlns:a16="http://schemas.microsoft.com/office/drawing/2014/main" id="{C5F6EAB8-D2BB-0BDE-C7AC-895B69CA533E}"/>
              </a:ext>
            </a:extLst>
          </p:cNvPr>
          <p:cNvSpPr>
            <a:spLocks noGrp="1"/>
          </p:cNvSpPr>
          <p:nvPr>
            <p:ph idx="1"/>
          </p:nvPr>
        </p:nvSpPr>
        <p:spPr>
          <a:xfrm>
            <a:off x="3803904" y="457200"/>
            <a:ext cx="4997195" cy="5411788"/>
          </a:xfrm>
        </p:spPr>
        <p:txBody>
          <a:bodyPr>
            <a:normAutofit/>
          </a:bodyPr>
          <a:lstStyle>
            <a:lvl1pPr>
              <a:defRPr sz="1800" b="0" i="0">
                <a:latin typeface="Acumin Pro" panose="020B0504020202020204" pitchFamily="34" charset="77"/>
              </a:defRPr>
            </a:lvl1pPr>
            <a:lvl2pPr>
              <a:defRPr sz="1700" b="0" i="0">
                <a:latin typeface="Acumin Pro" panose="020B0504020202020204" pitchFamily="34" charset="77"/>
              </a:defRPr>
            </a:lvl2pPr>
            <a:lvl3pPr>
              <a:defRPr sz="1600" b="0" i="0">
                <a:latin typeface="Acumin Pro" panose="020B0504020202020204" pitchFamily="34" charset="77"/>
              </a:defRPr>
            </a:lvl3pPr>
            <a:lvl4pPr>
              <a:defRPr sz="1125"/>
            </a:lvl4pPr>
            <a:lvl5pPr>
              <a:defRPr sz="105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D1CC4977-AD33-556A-2AED-7416F7D43900}"/>
              </a:ext>
            </a:extLst>
          </p:cNvPr>
          <p:cNvSpPr>
            <a:spLocks noGrp="1"/>
          </p:cNvSpPr>
          <p:nvPr>
            <p:ph type="ftr" sz="quarter" idx="10"/>
          </p:nvPr>
        </p:nvSpPr>
        <p:spPr/>
        <p:txBody>
          <a:bodyPr/>
          <a:lstStyle/>
          <a:p>
            <a:pPr algn="r"/>
            <a:r>
              <a:rPr lang="en-US"/>
              <a:t>3/31/23            ‹#›</a:t>
            </a:r>
            <a:endParaRPr lang="en-US" dirty="0"/>
          </a:p>
        </p:txBody>
      </p:sp>
      <p:pic>
        <p:nvPicPr>
          <p:cNvPr id="13" name="Picture 12">
            <a:extLst>
              <a:ext uri="{FF2B5EF4-FFF2-40B4-BE49-F238E27FC236}">
                <a16:creationId xmlns:a16="http://schemas.microsoft.com/office/drawing/2014/main" id="{7D2DB49B-3FD4-EF4C-B023-17613C9AF552}"/>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4062900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334735" y="1543323"/>
            <a:ext cx="4094045" cy="4317728"/>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5" name="Title 4">
            <a:extLst>
              <a:ext uri="{FF2B5EF4-FFF2-40B4-BE49-F238E27FC236}">
                <a16:creationId xmlns:a16="http://schemas.microsoft.com/office/drawing/2014/main" id="{B7832766-AA56-63AE-E2AA-9A2947343D87}"/>
              </a:ext>
            </a:extLst>
          </p:cNvPr>
          <p:cNvSpPr>
            <a:spLocks noGrp="1"/>
          </p:cNvSpPr>
          <p:nvPr>
            <p:ph type="title"/>
          </p:nvPr>
        </p:nvSpPr>
        <p:spPr/>
        <p:txBody>
          <a:bodyPr/>
          <a:lstStyle>
            <a:lvl1pPr fontAlgn="b">
              <a:defRPr/>
            </a:lvl1pPr>
          </a:lstStyle>
          <a:p>
            <a:r>
              <a:rPr lang="en-US" dirty="0"/>
              <a:t>Click to edit Master title style</a:t>
            </a:r>
          </a:p>
        </p:txBody>
      </p:sp>
      <p:sp>
        <p:nvSpPr>
          <p:cNvPr id="10" name="Picture Placeholder 2">
            <a:extLst>
              <a:ext uri="{FF2B5EF4-FFF2-40B4-BE49-F238E27FC236}">
                <a16:creationId xmlns:a16="http://schemas.microsoft.com/office/drawing/2014/main" id="{CF92D672-5C11-B647-ADA7-722837BA86C0}"/>
              </a:ext>
            </a:extLst>
          </p:cNvPr>
          <p:cNvSpPr>
            <a:spLocks noGrp="1"/>
          </p:cNvSpPr>
          <p:nvPr>
            <p:ph type="pic" idx="12"/>
          </p:nvPr>
        </p:nvSpPr>
        <p:spPr>
          <a:xfrm>
            <a:off x="4715222" y="1543323"/>
            <a:ext cx="4094045" cy="4317728"/>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1" name="Text Placeholder 13">
            <a:extLst>
              <a:ext uri="{FF2B5EF4-FFF2-40B4-BE49-F238E27FC236}">
                <a16:creationId xmlns:a16="http://schemas.microsoft.com/office/drawing/2014/main" id="{6AFB8997-E903-BD34-CBB7-A70F3BD090A1}"/>
              </a:ext>
            </a:extLst>
          </p:cNvPr>
          <p:cNvSpPr>
            <a:spLocks noGrp="1"/>
          </p:cNvSpPr>
          <p:nvPr>
            <p:ph type="body" sz="quarter" idx="13"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Footer Placeholder 1">
            <a:extLst>
              <a:ext uri="{FF2B5EF4-FFF2-40B4-BE49-F238E27FC236}">
                <a16:creationId xmlns:a16="http://schemas.microsoft.com/office/drawing/2014/main" id="{A3135B86-20D4-13D9-0376-A64DF5C381B3}"/>
              </a:ext>
            </a:extLst>
          </p:cNvPr>
          <p:cNvSpPr>
            <a:spLocks noGrp="1"/>
          </p:cNvSpPr>
          <p:nvPr>
            <p:ph type="ftr" sz="quarter" idx="14"/>
          </p:nvPr>
        </p:nvSpPr>
        <p:spPr/>
        <p:txBody>
          <a:bodyPr/>
          <a:lstStyle/>
          <a:p>
            <a:pPr algn="r"/>
            <a:r>
              <a:rPr lang="en-US"/>
              <a:t>3/31/23            ‹#›</a:t>
            </a:r>
            <a:endParaRPr lang="en-US" dirty="0"/>
          </a:p>
        </p:txBody>
      </p:sp>
      <p:pic>
        <p:nvPicPr>
          <p:cNvPr id="15" name="Picture 14">
            <a:extLst>
              <a:ext uri="{FF2B5EF4-FFF2-40B4-BE49-F238E27FC236}">
                <a16:creationId xmlns:a16="http://schemas.microsoft.com/office/drawing/2014/main" id="{C0AF4890-83F2-1B4C-9129-0943FD5BE682}"/>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59417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py with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351065" y="1543324"/>
            <a:ext cx="4397009" cy="2055591"/>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961820" y="1543322"/>
            <a:ext cx="3847445" cy="4307573"/>
          </a:xfrm>
        </p:spPr>
        <p:txBody>
          <a:bodyPr>
            <a:normAutofit/>
          </a:bodyPr>
          <a:lstStyle>
            <a:lvl1pPr marL="0" indent="0">
              <a:buNone/>
              <a:defRPr sz="18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lvl1pPr fontAlgn="b">
              <a:defRPr/>
            </a:lvl1pPr>
          </a:lstStyle>
          <a:p>
            <a:r>
              <a:rPr lang="en-US" dirty="0"/>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2614933" y="3795305"/>
            <a:ext cx="2133141" cy="2055591"/>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351065" y="3795304"/>
            <a:ext cx="2133141" cy="2055592"/>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Footer Placeholder 1">
            <a:extLst>
              <a:ext uri="{FF2B5EF4-FFF2-40B4-BE49-F238E27FC236}">
                <a16:creationId xmlns:a16="http://schemas.microsoft.com/office/drawing/2014/main" id="{6DA9D6A4-F44C-720B-EF21-A331231A6477}"/>
              </a:ext>
            </a:extLst>
          </p:cNvPr>
          <p:cNvSpPr>
            <a:spLocks noGrp="1"/>
          </p:cNvSpPr>
          <p:nvPr>
            <p:ph type="ftr" sz="quarter" idx="16"/>
          </p:nvPr>
        </p:nvSpPr>
        <p:spPr/>
        <p:txBody>
          <a:bodyPr/>
          <a:lstStyle/>
          <a:p>
            <a:pPr algn="r"/>
            <a:r>
              <a:rPr lang="en-US"/>
              <a:t>3/31/23            ‹#›</a:t>
            </a:r>
            <a:endParaRPr lang="en-US" dirty="0"/>
          </a:p>
        </p:txBody>
      </p:sp>
      <p:pic>
        <p:nvPicPr>
          <p:cNvPr id="18" name="Picture 17">
            <a:extLst>
              <a:ext uri="{FF2B5EF4-FFF2-40B4-BE49-F238E27FC236}">
                <a16:creationId xmlns:a16="http://schemas.microsoft.com/office/drawing/2014/main" id="{2506DF57-624C-3D4C-9311-96AE05CC4C66}"/>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5882444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s with Cap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326571" y="3292036"/>
            <a:ext cx="2656344" cy="365760"/>
          </a:xfrm>
        </p:spPr>
        <p:txBody>
          <a:bodyPr>
            <a:norm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lvl1pPr fontAlgn="b">
              <a:defRPr/>
            </a:lvl1pPr>
          </a:lstStyle>
          <a:p>
            <a:r>
              <a:rPr lang="en-US" dirty="0"/>
              <a:t>Click to edit Master title style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342900" y="1406232"/>
            <a:ext cx="2640015" cy="1750458"/>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6" name="Picture Placeholder 2">
            <a:extLst>
              <a:ext uri="{FF2B5EF4-FFF2-40B4-BE49-F238E27FC236}">
                <a16:creationId xmlns:a16="http://schemas.microsoft.com/office/drawing/2014/main" id="{60A3B0E8-AC0D-A169-37E3-2D123D6EBF24}"/>
              </a:ext>
            </a:extLst>
          </p:cNvPr>
          <p:cNvSpPr>
            <a:spLocks noGrp="1"/>
          </p:cNvSpPr>
          <p:nvPr>
            <p:ph type="pic" idx="16"/>
          </p:nvPr>
        </p:nvSpPr>
        <p:spPr>
          <a:xfrm>
            <a:off x="3243828" y="1406232"/>
            <a:ext cx="2640015" cy="1750458"/>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3" name="Picture Placeholder 2">
            <a:extLst>
              <a:ext uri="{FF2B5EF4-FFF2-40B4-BE49-F238E27FC236}">
                <a16:creationId xmlns:a16="http://schemas.microsoft.com/office/drawing/2014/main" id="{640970D8-E511-89A8-FC5C-6DB37485ADE3}"/>
              </a:ext>
            </a:extLst>
          </p:cNvPr>
          <p:cNvSpPr>
            <a:spLocks noGrp="1"/>
          </p:cNvSpPr>
          <p:nvPr>
            <p:ph type="pic" idx="17"/>
          </p:nvPr>
        </p:nvSpPr>
        <p:spPr>
          <a:xfrm>
            <a:off x="6161085" y="1406232"/>
            <a:ext cx="2640015" cy="1750458"/>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4" name="Text Placeholder 3">
            <a:extLst>
              <a:ext uri="{FF2B5EF4-FFF2-40B4-BE49-F238E27FC236}">
                <a16:creationId xmlns:a16="http://schemas.microsoft.com/office/drawing/2014/main" id="{6B04B79A-B4BD-0306-3D46-D570E1F51CA6}"/>
              </a:ext>
            </a:extLst>
          </p:cNvPr>
          <p:cNvSpPr>
            <a:spLocks noGrp="1"/>
          </p:cNvSpPr>
          <p:nvPr>
            <p:ph type="body" sz="half" idx="18"/>
          </p:nvPr>
        </p:nvSpPr>
        <p:spPr>
          <a:xfrm>
            <a:off x="3227499" y="3292036"/>
            <a:ext cx="2656344" cy="365760"/>
          </a:xfrm>
        </p:spPr>
        <p:txBody>
          <a:bodyPr>
            <a:norm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5" name="Text Placeholder 3">
            <a:extLst>
              <a:ext uri="{FF2B5EF4-FFF2-40B4-BE49-F238E27FC236}">
                <a16:creationId xmlns:a16="http://schemas.microsoft.com/office/drawing/2014/main" id="{450B4796-C4B7-C272-5ADD-7D6C896B703E}"/>
              </a:ext>
            </a:extLst>
          </p:cNvPr>
          <p:cNvSpPr>
            <a:spLocks noGrp="1"/>
          </p:cNvSpPr>
          <p:nvPr>
            <p:ph type="body" sz="half" idx="19"/>
          </p:nvPr>
        </p:nvSpPr>
        <p:spPr>
          <a:xfrm>
            <a:off x="6161085" y="3292036"/>
            <a:ext cx="2656344" cy="365760"/>
          </a:xfrm>
        </p:spPr>
        <p:txBody>
          <a:bodyPr>
            <a:norm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22" name="Text Placeholder 3">
            <a:extLst>
              <a:ext uri="{FF2B5EF4-FFF2-40B4-BE49-F238E27FC236}">
                <a16:creationId xmlns:a16="http://schemas.microsoft.com/office/drawing/2014/main" id="{4633AE4D-056F-FC97-1F10-877F247AB319}"/>
              </a:ext>
            </a:extLst>
          </p:cNvPr>
          <p:cNvSpPr>
            <a:spLocks noGrp="1"/>
          </p:cNvSpPr>
          <p:nvPr>
            <p:ph type="body" sz="half" idx="20"/>
          </p:nvPr>
        </p:nvSpPr>
        <p:spPr>
          <a:xfrm>
            <a:off x="310242" y="5685387"/>
            <a:ext cx="2656344" cy="365760"/>
          </a:xfrm>
        </p:spPr>
        <p:txBody>
          <a:bodyPr>
            <a:norm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23" name="Picture Placeholder 2">
            <a:extLst>
              <a:ext uri="{FF2B5EF4-FFF2-40B4-BE49-F238E27FC236}">
                <a16:creationId xmlns:a16="http://schemas.microsoft.com/office/drawing/2014/main" id="{19716662-3C77-F831-E45C-F9EA49810F58}"/>
              </a:ext>
            </a:extLst>
          </p:cNvPr>
          <p:cNvSpPr>
            <a:spLocks noGrp="1"/>
          </p:cNvSpPr>
          <p:nvPr>
            <p:ph type="pic" idx="21"/>
          </p:nvPr>
        </p:nvSpPr>
        <p:spPr>
          <a:xfrm>
            <a:off x="326571" y="3799583"/>
            <a:ext cx="2640015" cy="1750458"/>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24" name="Picture Placeholder 2">
            <a:extLst>
              <a:ext uri="{FF2B5EF4-FFF2-40B4-BE49-F238E27FC236}">
                <a16:creationId xmlns:a16="http://schemas.microsoft.com/office/drawing/2014/main" id="{1ED1A14F-5E0D-476E-9C60-BD987EFC4940}"/>
              </a:ext>
            </a:extLst>
          </p:cNvPr>
          <p:cNvSpPr>
            <a:spLocks noGrp="1"/>
          </p:cNvSpPr>
          <p:nvPr>
            <p:ph type="pic" idx="22"/>
          </p:nvPr>
        </p:nvSpPr>
        <p:spPr>
          <a:xfrm>
            <a:off x="3227499" y="3799583"/>
            <a:ext cx="2640015" cy="1750458"/>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25" name="Picture Placeholder 2">
            <a:extLst>
              <a:ext uri="{FF2B5EF4-FFF2-40B4-BE49-F238E27FC236}">
                <a16:creationId xmlns:a16="http://schemas.microsoft.com/office/drawing/2014/main" id="{A0003A4C-26CB-DD7F-0B22-024AFB58DC67}"/>
              </a:ext>
            </a:extLst>
          </p:cNvPr>
          <p:cNvSpPr>
            <a:spLocks noGrp="1"/>
          </p:cNvSpPr>
          <p:nvPr>
            <p:ph type="pic" idx="23"/>
          </p:nvPr>
        </p:nvSpPr>
        <p:spPr>
          <a:xfrm>
            <a:off x="6144756" y="3799583"/>
            <a:ext cx="2640015" cy="1750458"/>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26" name="Text Placeholder 3">
            <a:extLst>
              <a:ext uri="{FF2B5EF4-FFF2-40B4-BE49-F238E27FC236}">
                <a16:creationId xmlns:a16="http://schemas.microsoft.com/office/drawing/2014/main" id="{08CE8D58-56A2-6AE5-AB18-C53F4134DD88}"/>
              </a:ext>
            </a:extLst>
          </p:cNvPr>
          <p:cNvSpPr>
            <a:spLocks noGrp="1"/>
          </p:cNvSpPr>
          <p:nvPr>
            <p:ph type="body" sz="half" idx="24"/>
          </p:nvPr>
        </p:nvSpPr>
        <p:spPr>
          <a:xfrm>
            <a:off x="3211170" y="5685387"/>
            <a:ext cx="2656344" cy="365760"/>
          </a:xfrm>
        </p:spPr>
        <p:txBody>
          <a:bodyPr>
            <a:norm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27" name="Text Placeholder 3">
            <a:extLst>
              <a:ext uri="{FF2B5EF4-FFF2-40B4-BE49-F238E27FC236}">
                <a16:creationId xmlns:a16="http://schemas.microsoft.com/office/drawing/2014/main" id="{7A4C2D1F-1A58-AC60-F606-B816E5F23FFF}"/>
              </a:ext>
            </a:extLst>
          </p:cNvPr>
          <p:cNvSpPr>
            <a:spLocks noGrp="1"/>
          </p:cNvSpPr>
          <p:nvPr>
            <p:ph type="body" sz="half" idx="25"/>
          </p:nvPr>
        </p:nvSpPr>
        <p:spPr>
          <a:xfrm>
            <a:off x="6144756" y="5685387"/>
            <a:ext cx="2656344" cy="365760"/>
          </a:xfrm>
        </p:spPr>
        <p:txBody>
          <a:bodyPr>
            <a:norm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2" name="Footer Placeholder 1">
            <a:extLst>
              <a:ext uri="{FF2B5EF4-FFF2-40B4-BE49-F238E27FC236}">
                <a16:creationId xmlns:a16="http://schemas.microsoft.com/office/drawing/2014/main" id="{E0D3EBD5-219C-5B88-5FAA-E3535228FBDB}"/>
              </a:ext>
            </a:extLst>
          </p:cNvPr>
          <p:cNvSpPr>
            <a:spLocks noGrp="1"/>
          </p:cNvSpPr>
          <p:nvPr>
            <p:ph type="ftr" sz="quarter" idx="26"/>
          </p:nvPr>
        </p:nvSpPr>
        <p:spPr/>
        <p:txBody>
          <a:bodyPr/>
          <a:lstStyle/>
          <a:p>
            <a:pPr algn="r"/>
            <a:r>
              <a:rPr lang="en-US"/>
              <a:t>3/31/23            ‹#›</a:t>
            </a:r>
            <a:endParaRPr lang="en-US" dirty="0"/>
          </a:p>
        </p:txBody>
      </p:sp>
      <p:sp>
        <p:nvSpPr>
          <p:cNvPr id="7" name="Text Placeholder 13">
            <a:extLst>
              <a:ext uri="{FF2B5EF4-FFF2-40B4-BE49-F238E27FC236}">
                <a16:creationId xmlns:a16="http://schemas.microsoft.com/office/drawing/2014/main" id="{7EDCCCDC-B335-96CB-3A28-8C862E3B1B58}"/>
              </a:ext>
            </a:extLst>
          </p:cNvPr>
          <p:cNvSpPr>
            <a:spLocks noGrp="1"/>
          </p:cNvSpPr>
          <p:nvPr>
            <p:ph type="body" sz="quarter" idx="11"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pic>
        <p:nvPicPr>
          <p:cNvPr id="29" name="Picture 28">
            <a:extLst>
              <a:ext uri="{FF2B5EF4-FFF2-40B4-BE49-F238E27FC236}">
                <a16:creationId xmlns:a16="http://schemas.microsoft.com/office/drawing/2014/main" id="{0D166CBA-B0A5-A540-9E01-87761E8E4E2C}"/>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27503303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lvl1pPr fontAlgn="b">
              <a:defRPr/>
            </a:lvl1pPr>
          </a:lstStyle>
          <a:p>
            <a:r>
              <a:rPr lang="en-US" dirty="0"/>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334736" y="1542763"/>
            <a:ext cx="1958261"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2508047" y="1542763"/>
            <a:ext cx="1954317"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4677415" y="1542763"/>
            <a:ext cx="1954317"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1" name="Picture Placeholder 2">
            <a:extLst>
              <a:ext uri="{FF2B5EF4-FFF2-40B4-BE49-F238E27FC236}">
                <a16:creationId xmlns:a16="http://schemas.microsoft.com/office/drawing/2014/main" id="{6223A017-A902-92C1-8A99-7D45B08D860D}"/>
              </a:ext>
            </a:extLst>
          </p:cNvPr>
          <p:cNvSpPr>
            <a:spLocks noGrp="1"/>
          </p:cNvSpPr>
          <p:nvPr>
            <p:ph type="pic" idx="17"/>
          </p:nvPr>
        </p:nvSpPr>
        <p:spPr>
          <a:xfrm>
            <a:off x="6846782" y="1542763"/>
            <a:ext cx="1954317"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5" name="Picture Placeholder 2">
            <a:extLst>
              <a:ext uri="{FF2B5EF4-FFF2-40B4-BE49-F238E27FC236}">
                <a16:creationId xmlns:a16="http://schemas.microsoft.com/office/drawing/2014/main" id="{FE352EAA-3DC6-450E-518D-B55638975ECE}"/>
              </a:ext>
            </a:extLst>
          </p:cNvPr>
          <p:cNvSpPr>
            <a:spLocks noGrp="1"/>
          </p:cNvSpPr>
          <p:nvPr>
            <p:ph type="pic" idx="18"/>
          </p:nvPr>
        </p:nvSpPr>
        <p:spPr>
          <a:xfrm>
            <a:off x="1382716" y="3651151"/>
            <a:ext cx="1958261"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6" name="Picture Placeholder 2">
            <a:extLst>
              <a:ext uri="{FF2B5EF4-FFF2-40B4-BE49-F238E27FC236}">
                <a16:creationId xmlns:a16="http://schemas.microsoft.com/office/drawing/2014/main" id="{1E5E3807-051E-4D4B-1143-A6B4BDDBB5D8}"/>
              </a:ext>
            </a:extLst>
          </p:cNvPr>
          <p:cNvSpPr>
            <a:spLocks noGrp="1"/>
          </p:cNvSpPr>
          <p:nvPr>
            <p:ph type="pic" idx="19"/>
          </p:nvPr>
        </p:nvSpPr>
        <p:spPr>
          <a:xfrm>
            <a:off x="3556027" y="3651151"/>
            <a:ext cx="1954317"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7" name="Picture Placeholder 2">
            <a:extLst>
              <a:ext uri="{FF2B5EF4-FFF2-40B4-BE49-F238E27FC236}">
                <a16:creationId xmlns:a16="http://schemas.microsoft.com/office/drawing/2014/main" id="{9659EF4B-6B57-DE2A-B33A-D60A659CFE6D}"/>
              </a:ext>
            </a:extLst>
          </p:cNvPr>
          <p:cNvSpPr>
            <a:spLocks noGrp="1"/>
          </p:cNvSpPr>
          <p:nvPr>
            <p:ph type="pic" idx="20"/>
          </p:nvPr>
        </p:nvSpPr>
        <p:spPr>
          <a:xfrm>
            <a:off x="5725394" y="3651151"/>
            <a:ext cx="1954317" cy="1885677"/>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9" name="Footer Placeholder 18">
            <a:extLst>
              <a:ext uri="{FF2B5EF4-FFF2-40B4-BE49-F238E27FC236}">
                <a16:creationId xmlns:a16="http://schemas.microsoft.com/office/drawing/2014/main" id="{0B1371B0-95CE-4462-18BB-F77CBC19BF86}"/>
              </a:ext>
            </a:extLst>
          </p:cNvPr>
          <p:cNvSpPr>
            <a:spLocks noGrp="1"/>
          </p:cNvSpPr>
          <p:nvPr>
            <p:ph type="ftr" sz="quarter" idx="21"/>
          </p:nvPr>
        </p:nvSpPr>
        <p:spPr/>
        <p:txBody>
          <a:bodyPr/>
          <a:lstStyle/>
          <a:p>
            <a:pPr algn="r"/>
            <a:r>
              <a:rPr lang="en-US"/>
              <a:t>3/31/23            ‹#›</a:t>
            </a:r>
            <a:endParaRPr lang="en-US" dirty="0"/>
          </a:p>
        </p:txBody>
      </p:sp>
      <p:pic>
        <p:nvPicPr>
          <p:cNvPr id="23" name="Picture 22">
            <a:extLst>
              <a:ext uri="{FF2B5EF4-FFF2-40B4-BE49-F238E27FC236}">
                <a16:creationId xmlns:a16="http://schemas.microsoft.com/office/drawing/2014/main" id="{F631A4A5-899F-8948-AFF2-A9EECA71DA07}"/>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68931317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with 2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891490" y="1643074"/>
            <a:ext cx="3909610" cy="2055591"/>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lvl1pPr fontAlgn="b">
              <a:defRPr/>
            </a:lvl1pPr>
          </a:lstStyle>
          <a:p>
            <a:r>
              <a:rPr lang="en-US" dirty="0"/>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4891490" y="3884038"/>
            <a:ext cx="3909610" cy="2055591"/>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334737" y="1643074"/>
            <a:ext cx="4308874" cy="4307571"/>
          </a:xfrm>
        </p:spPr>
        <p:txBody>
          <a:bodyPr>
            <a:normAutofit/>
          </a:bodyPr>
          <a:lstStyle>
            <a:lvl1pPr>
              <a:defRPr sz="1800" b="0" i="0">
                <a:latin typeface="Acumin Pro" panose="020B0504020202020204" pitchFamily="34" charset="77"/>
              </a:defRPr>
            </a:lvl1pPr>
            <a:lvl2pPr>
              <a:defRPr sz="1700" b="0" i="0">
                <a:latin typeface="Acumin Pro" panose="020B0504020202020204" pitchFamily="34" charset="77"/>
              </a:defRPr>
            </a:lvl2pPr>
            <a:lvl3pPr>
              <a:defRPr sz="1600" b="0" i="0">
                <a:latin typeface="Acumin Pro" panose="020B0504020202020204" pitchFamily="34" charset="77"/>
              </a:defRPr>
            </a:lvl3pPr>
            <a:lvl4pPr>
              <a:defRPr sz="1125"/>
            </a:lvl4pPr>
            <a:lvl5pPr>
              <a:defRPr sz="105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p:txBody>
      </p:sp>
      <p:sp>
        <p:nvSpPr>
          <p:cNvPr id="6" name="Rectangle 5">
            <a:extLst>
              <a:ext uri="{FF2B5EF4-FFF2-40B4-BE49-F238E27FC236}">
                <a16:creationId xmlns:a16="http://schemas.microsoft.com/office/drawing/2014/main" id="{467A134D-7A3A-AD4B-91DF-57347E308706}"/>
              </a:ext>
            </a:extLst>
          </p:cNvPr>
          <p:cNvSpPr/>
          <p:nvPr userDrawn="1"/>
        </p:nvSpPr>
        <p:spPr>
          <a:xfrm>
            <a:off x="4891490" y="3395950"/>
            <a:ext cx="390961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8" name="Text Placeholder 3">
            <a:extLst>
              <a:ext uri="{FF2B5EF4-FFF2-40B4-BE49-F238E27FC236}">
                <a16:creationId xmlns:a16="http://schemas.microsoft.com/office/drawing/2014/main" id="{4581B053-21C8-C0AD-58C7-637A6315D1B2}"/>
              </a:ext>
            </a:extLst>
          </p:cNvPr>
          <p:cNvSpPr>
            <a:spLocks noGrp="1"/>
          </p:cNvSpPr>
          <p:nvPr>
            <p:ph type="body" sz="half" idx="2"/>
          </p:nvPr>
        </p:nvSpPr>
        <p:spPr>
          <a:xfrm>
            <a:off x="4891295" y="3395950"/>
            <a:ext cx="3909707" cy="302715"/>
          </a:xfrm>
        </p:spPr>
        <p:txBody>
          <a:bodyPr>
            <a:norm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7" name="Rectangle 16">
            <a:extLst>
              <a:ext uri="{FF2B5EF4-FFF2-40B4-BE49-F238E27FC236}">
                <a16:creationId xmlns:a16="http://schemas.microsoft.com/office/drawing/2014/main" id="{D8B2033E-9DB9-9A2B-D4C5-6D8960838D22}"/>
              </a:ext>
            </a:extLst>
          </p:cNvPr>
          <p:cNvSpPr/>
          <p:nvPr userDrawn="1"/>
        </p:nvSpPr>
        <p:spPr>
          <a:xfrm>
            <a:off x="4891392" y="5636914"/>
            <a:ext cx="390961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18" name="Text Placeholder 3">
            <a:extLst>
              <a:ext uri="{FF2B5EF4-FFF2-40B4-BE49-F238E27FC236}">
                <a16:creationId xmlns:a16="http://schemas.microsoft.com/office/drawing/2014/main" id="{F02FFCFA-A84F-7535-4A5F-29A5FC646063}"/>
              </a:ext>
            </a:extLst>
          </p:cNvPr>
          <p:cNvSpPr>
            <a:spLocks noGrp="1"/>
          </p:cNvSpPr>
          <p:nvPr>
            <p:ph type="body" sz="half" idx="19"/>
          </p:nvPr>
        </p:nvSpPr>
        <p:spPr>
          <a:xfrm>
            <a:off x="4891295" y="5636914"/>
            <a:ext cx="3909610" cy="302715"/>
          </a:xfrm>
        </p:spPr>
        <p:txBody>
          <a:bodyPr>
            <a:norm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20" name="Footer Placeholder 19">
            <a:extLst>
              <a:ext uri="{FF2B5EF4-FFF2-40B4-BE49-F238E27FC236}">
                <a16:creationId xmlns:a16="http://schemas.microsoft.com/office/drawing/2014/main" id="{2785C5DB-355E-CD09-6EF5-58F892E8FB6F}"/>
              </a:ext>
            </a:extLst>
          </p:cNvPr>
          <p:cNvSpPr>
            <a:spLocks noGrp="1"/>
          </p:cNvSpPr>
          <p:nvPr>
            <p:ph type="ftr" sz="quarter" idx="20"/>
          </p:nvPr>
        </p:nvSpPr>
        <p:spPr/>
        <p:txBody>
          <a:bodyPr/>
          <a:lstStyle/>
          <a:p>
            <a:pPr algn="r"/>
            <a:r>
              <a:rPr lang="en-US"/>
              <a:t>3/31/23            </a:t>
            </a:r>
            <a:fld id="{2D8F9ACA-D6C0-E54C-B1B8-E9196C9CD104}" type="slidenum">
              <a:rPr lang="en-US" smtClean="0"/>
              <a:pPr algn="r"/>
              <a:t>‹#›</a:t>
            </a:fld>
            <a:endParaRPr lang="en-US" dirty="0"/>
          </a:p>
        </p:txBody>
      </p:sp>
      <p:pic>
        <p:nvPicPr>
          <p:cNvPr id="21" name="Picture 20">
            <a:extLst>
              <a:ext uri="{FF2B5EF4-FFF2-40B4-BE49-F238E27FC236}">
                <a16:creationId xmlns:a16="http://schemas.microsoft.com/office/drawing/2014/main" id="{CDCE55CF-AD39-6942-BAFD-73E57A01F770}"/>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885527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with 3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891490" y="1643074"/>
            <a:ext cx="3909610" cy="2055591"/>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lvl1pPr fontAlgn="b">
              <a:defRPr/>
            </a:lvl1pPr>
          </a:lstStyle>
          <a:p>
            <a:r>
              <a:rPr lang="en-US" dirty="0"/>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6965414" y="3884038"/>
            <a:ext cx="1835685" cy="2055591"/>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891490" y="3879120"/>
            <a:ext cx="1896687" cy="2055592"/>
          </a:xfrm>
        </p:spPr>
        <p:txBody>
          <a:bodyPr>
            <a:normAutofit/>
          </a:bodyPr>
          <a:lstStyle>
            <a:lvl1pPr marL="0" indent="0">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334737" y="1643074"/>
            <a:ext cx="4308874" cy="4307571"/>
          </a:xfrm>
        </p:spPr>
        <p:txBody>
          <a:bodyPr>
            <a:normAutofit/>
          </a:bodyPr>
          <a:lstStyle>
            <a:lvl1pPr>
              <a:defRPr sz="1800" b="0" i="0">
                <a:latin typeface="Acumin Pro" panose="020B0504020202020204" pitchFamily="34" charset="77"/>
              </a:defRPr>
            </a:lvl1pPr>
            <a:lvl2pPr>
              <a:defRPr sz="1700" b="0" i="0">
                <a:latin typeface="Acumin Pro" panose="020B0504020202020204" pitchFamily="34" charset="77"/>
              </a:defRPr>
            </a:lvl2pPr>
            <a:lvl3pPr>
              <a:defRPr sz="1600" b="0" i="0">
                <a:latin typeface="Acumin Pro" panose="020B0504020202020204" pitchFamily="34" charset="77"/>
              </a:defRPr>
            </a:lvl3pPr>
            <a:lvl4pPr>
              <a:defRPr sz="1125"/>
            </a:lvl4pPr>
            <a:lvl5pPr>
              <a:defRPr sz="105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p:txBody>
      </p:sp>
      <p:sp>
        <p:nvSpPr>
          <p:cNvPr id="4" name="Rectangle 3">
            <a:extLst>
              <a:ext uri="{FF2B5EF4-FFF2-40B4-BE49-F238E27FC236}">
                <a16:creationId xmlns:a16="http://schemas.microsoft.com/office/drawing/2014/main" id="{ECAC4E08-5A51-BF4F-655E-4E54DD771548}"/>
              </a:ext>
            </a:extLst>
          </p:cNvPr>
          <p:cNvSpPr/>
          <p:nvPr userDrawn="1"/>
        </p:nvSpPr>
        <p:spPr>
          <a:xfrm>
            <a:off x="4891490" y="3395950"/>
            <a:ext cx="390961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6" name="Text Placeholder 3">
            <a:extLst>
              <a:ext uri="{FF2B5EF4-FFF2-40B4-BE49-F238E27FC236}">
                <a16:creationId xmlns:a16="http://schemas.microsoft.com/office/drawing/2014/main" id="{27D80C23-74F3-F853-02BF-83C743039F6E}"/>
              </a:ext>
            </a:extLst>
          </p:cNvPr>
          <p:cNvSpPr>
            <a:spLocks noGrp="1"/>
          </p:cNvSpPr>
          <p:nvPr>
            <p:ph type="body" sz="half" idx="2"/>
          </p:nvPr>
        </p:nvSpPr>
        <p:spPr>
          <a:xfrm>
            <a:off x="4928867" y="3395950"/>
            <a:ext cx="3872135" cy="302715"/>
          </a:xfrm>
        </p:spPr>
        <p:txBody>
          <a:bodyPr>
            <a:norm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7" name="Rectangle 6">
            <a:extLst>
              <a:ext uri="{FF2B5EF4-FFF2-40B4-BE49-F238E27FC236}">
                <a16:creationId xmlns:a16="http://schemas.microsoft.com/office/drawing/2014/main" id="{F8F22EB8-4EFD-86A4-8EB8-8A4F1A1AA2DF}"/>
              </a:ext>
            </a:extLst>
          </p:cNvPr>
          <p:cNvSpPr/>
          <p:nvPr userDrawn="1"/>
        </p:nvSpPr>
        <p:spPr>
          <a:xfrm>
            <a:off x="4884613" y="5631998"/>
            <a:ext cx="1884248"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b="0" i="0">
              <a:latin typeface="Acumin Pro" panose="020B0504020202020204" pitchFamily="34" charset="77"/>
            </a:endParaRPr>
          </a:p>
        </p:txBody>
      </p:sp>
      <p:sp>
        <p:nvSpPr>
          <p:cNvPr id="8" name="Text Placeholder 3">
            <a:extLst>
              <a:ext uri="{FF2B5EF4-FFF2-40B4-BE49-F238E27FC236}">
                <a16:creationId xmlns:a16="http://schemas.microsoft.com/office/drawing/2014/main" id="{66A4B2AA-E0AE-18DD-BAA3-AF2A9CA6987A}"/>
              </a:ext>
            </a:extLst>
          </p:cNvPr>
          <p:cNvSpPr>
            <a:spLocks noGrp="1"/>
          </p:cNvSpPr>
          <p:nvPr>
            <p:ph type="body" sz="half" idx="19"/>
          </p:nvPr>
        </p:nvSpPr>
        <p:spPr>
          <a:xfrm>
            <a:off x="4921990" y="5631998"/>
            <a:ext cx="1866186" cy="302715"/>
          </a:xfrm>
        </p:spPr>
        <p:txBody>
          <a:bodyPr>
            <a:no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5" name="Rectangle 14">
            <a:extLst>
              <a:ext uri="{FF2B5EF4-FFF2-40B4-BE49-F238E27FC236}">
                <a16:creationId xmlns:a16="http://schemas.microsoft.com/office/drawing/2014/main" id="{E18B5CD1-FF93-2C9C-1BFF-73A3CE39E65D}"/>
              </a:ext>
            </a:extLst>
          </p:cNvPr>
          <p:cNvSpPr/>
          <p:nvPr userDrawn="1"/>
        </p:nvSpPr>
        <p:spPr>
          <a:xfrm>
            <a:off x="6965414" y="5641704"/>
            <a:ext cx="1823956"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16" name="Text Placeholder 3">
            <a:extLst>
              <a:ext uri="{FF2B5EF4-FFF2-40B4-BE49-F238E27FC236}">
                <a16:creationId xmlns:a16="http://schemas.microsoft.com/office/drawing/2014/main" id="{C52272AC-9734-6D60-9441-B5E7B9E4E372}"/>
              </a:ext>
            </a:extLst>
          </p:cNvPr>
          <p:cNvSpPr>
            <a:spLocks noGrp="1"/>
          </p:cNvSpPr>
          <p:nvPr>
            <p:ph type="body" sz="half" idx="20"/>
          </p:nvPr>
        </p:nvSpPr>
        <p:spPr>
          <a:xfrm>
            <a:off x="7002791" y="5641704"/>
            <a:ext cx="1806473" cy="302715"/>
          </a:xfrm>
        </p:spPr>
        <p:txBody>
          <a:bodyPr>
            <a:noAutofit/>
          </a:bodyPr>
          <a:lstStyle>
            <a:lvl1pPr marL="0" indent="0">
              <a:buNone/>
              <a:defRPr sz="14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18" name="Footer Placeholder 17">
            <a:extLst>
              <a:ext uri="{FF2B5EF4-FFF2-40B4-BE49-F238E27FC236}">
                <a16:creationId xmlns:a16="http://schemas.microsoft.com/office/drawing/2014/main" id="{BE9F3313-6532-97CE-1E0D-3A21EA40A39C}"/>
              </a:ext>
            </a:extLst>
          </p:cNvPr>
          <p:cNvSpPr>
            <a:spLocks noGrp="1"/>
          </p:cNvSpPr>
          <p:nvPr>
            <p:ph type="ftr" sz="quarter" idx="21"/>
          </p:nvPr>
        </p:nvSpPr>
        <p:spPr/>
        <p:txBody>
          <a:bodyPr/>
          <a:lstStyle/>
          <a:p>
            <a:pPr algn="r"/>
            <a:r>
              <a:rPr lang="en-US"/>
              <a:t>3/31/23            </a:t>
            </a:r>
            <a:fld id="{2D8F9ACA-D6C0-E54C-B1B8-E9196C9CD104}" type="slidenum">
              <a:rPr lang="en-US" smtClean="0"/>
              <a:pPr algn="r"/>
              <a:t>‹#›</a:t>
            </a:fld>
            <a:endParaRPr lang="en-US" dirty="0"/>
          </a:p>
        </p:txBody>
      </p:sp>
      <p:pic>
        <p:nvPicPr>
          <p:cNvPr id="23" name="Picture 22">
            <a:extLst>
              <a:ext uri="{FF2B5EF4-FFF2-40B4-BE49-F238E27FC236}">
                <a16:creationId xmlns:a16="http://schemas.microsoft.com/office/drawing/2014/main" id="{73389377-4D07-D241-8D0E-8A871D181FFA}"/>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7034418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 3 Blocks - Blac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CFF414-FA47-F7EC-7EFB-7073E26BB831}"/>
              </a:ext>
            </a:extLst>
          </p:cNvPr>
          <p:cNvSpPr/>
          <p:nvPr userDrawn="1"/>
        </p:nvSpPr>
        <p:spPr>
          <a:xfrm>
            <a:off x="5953857" y="1315895"/>
            <a:ext cx="2489648"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4" name="Rectangle 3">
            <a:extLst>
              <a:ext uri="{FF2B5EF4-FFF2-40B4-BE49-F238E27FC236}">
                <a16:creationId xmlns:a16="http://schemas.microsoft.com/office/drawing/2014/main" id="{713C0F4F-1E76-E3A4-E5AA-8FA79C7C69FB}"/>
              </a:ext>
            </a:extLst>
          </p:cNvPr>
          <p:cNvSpPr/>
          <p:nvPr userDrawn="1"/>
        </p:nvSpPr>
        <p:spPr>
          <a:xfrm>
            <a:off x="3315718" y="1315896"/>
            <a:ext cx="2489648"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3" name="Rectangle 2">
            <a:extLst>
              <a:ext uri="{FF2B5EF4-FFF2-40B4-BE49-F238E27FC236}">
                <a16:creationId xmlns:a16="http://schemas.microsoft.com/office/drawing/2014/main" id="{067105CB-DECE-0616-2A57-776784CFC1CB}"/>
              </a:ext>
            </a:extLst>
          </p:cNvPr>
          <p:cNvSpPr/>
          <p:nvPr userDrawn="1"/>
        </p:nvSpPr>
        <p:spPr>
          <a:xfrm>
            <a:off x="677578" y="1315897"/>
            <a:ext cx="2489648"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7" name="Text Placeholder 6">
            <a:extLst>
              <a:ext uri="{FF2B5EF4-FFF2-40B4-BE49-F238E27FC236}">
                <a16:creationId xmlns:a16="http://schemas.microsoft.com/office/drawing/2014/main" id="{1813FE17-B697-FB87-4ED6-D832D798E901}"/>
              </a:ext>
            </a:extLst>
          </p:cNvPr>
          <p:cNvSpPr>
            <a:spLocks noGrp="1"/>
          </p:cNvSpPr>
          <p:nvPr>
            <p:ph type="body" sz="quarter" idx="10" hasCustomPrompt="1"/>
          </p:nvPr>
        </p:nvSpPr>
        <p:spPr>
          <a:xfrm>
            <a:off x="677629" y="1436469"/>
            <a:ext cx="2489597" cy="339561"/>
          </a:xfrm>
        </p:spPr>
        <p:txBody>
          <a:bodyPr>
            <a:noAutofit/>
          </a:bodyPr>
          <a:lstStyle>
            <a:lvl1pPr marL="0" indent="0" algn="ctr" fontAlgn="ctr">
              <a:spcBef>
                <a:spcPts val="0"/>
              </a:spcBef>
              <a:buFontTx/>
              <a:buNone/>
              <a:defRPr sz="16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1" name="Picture Placeholder 10">
            <a:extLst>
              <a:ext uri="{FF2B5EF4-FFF2-40B4-BE49-F238E27FC236}">
                <a16:creationId xmlns:a16="http://schemas.microsoft.com/office/drawing/2014/main" id="{8B65CB9D-AA49-05C2-2100-C63D32C82B85}"/>
              </a:ext>
            </a:extLst>
          </p:cNvPr>
          <p:cNvSpPr>
            <a:spLocks noGrp="1"/>
          </p:cNvSpPr>
          <p:nvPr>
            <p:ph type="pic" sz="quarter" idx="12"/>
          </p:nvPr>
        </p:nvSpPr>
        <p:spPr>
          <a:xfrm>
            <a:off x="826458" y="4045824"/>
            <a:ext cx="2213372" cy="1555750"/>
          </a:xfrm>
        </p:spPr>
        <p:txBody>
          <a:bodyPr/>
          <a:lstStyle>
            <a:lvl1pPr marL="0" indent="0">
              <a:buNone/>
              <a:defRPr/>
            </a:lvl1pPr>
          </a:lstStyle>
          <a:p>
            <a:endParaRPr lang="en-US" dirty="0"/>
          </a:p>
        </p:txBody>
      </p:sp>
      <p:sp>
        <p:nvSpPr>
          <p:cNvPr id="17" name="Text Placeholder 6">
            <a:extLst>
              <a:ext uri="{FF2B5EF4-FFF2-40B4-BE49-F238E27FC236}">
                <a16:creationId xmlns:a16="http://schemas.microsoft.com/office/drawing/2014/main" id="{43204028-135E-83A2-B94A-693154F531B4}"/>
              </a:ext>
            </a:extLst>
          </p:cNvPr>
          <p:cNvSpPr>
            <a:spLocks noGrp="1"/>
          </p:cNvSpPr>
          <p:nvPr>
            <p:ph type="body" sz="quarter" idx="13" hasCustomPrompt="1"/>
          </p:nvPr>
        </p:nvSpPr>
        <p:spPr>
          <a:xfrm>
            <a:off x="3315963" y="1436469"/>
            <a:ext cx="2489597" cy="339561"/>
          </a:xfrm>
        </p:spPr>
        <p:txBody>
          <a:bodyPr>
            <a:noAutofit/>
          </a:bodyPr>
          <a:lstStyle>
            <a:lvl1pPr marL="0" indent="0" algn="ctr" fontAlgn="ctr">
              <a:spcBef>
                <a:spcPts val="0"/>
              </a:spcBef>
              <a:buFontTx/>
              <a:buNone/>
              <a:defRPr sz="16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9" name="Picture Placeholder 10">
            <a:extLst>
              <a:ext uri="{FF2B5EF4-FFF2-40B4-BE49-F238E27FC236}">
                <a16:creationId xmlns:a16="http://schemas.microsoft.com/office/drawing/2014/main" id="{D4E810FD-2D00-764A-B144-B235C21E32F6}"/>
              </a:ext>
            </a:extLst>
          </p:cNvPr>
          <p:cNvSpPr>
            <a:spLocks noGrp="1"/>
          </p:cNvSpPr>
          <p:nvPr>
            <p:ph type="pic" sz="quarter" idx="15"/>
          </p:nvPr>
        </p:nvSpPr>
        <p:spPr>
          <a:xfrm>
            <a:off x="3464791" y="4045824"/>
            <a:ext cx="2213372" cy="1555750"/>
          </a:xfrm>
        </p:spPr>
        <p:txBody>
          <a:bodyPr/>
          <a:lstStyle>
            <a:lvl1pPr marL="0" indent="0">
              <a:buNone/>
              <a:defRPr/>
            </a:lvl1pPr>
          </a:lstStyle>
          <a:p>
            <a:endParaRPr lang="en-US" dirty="0"/>
          </a:p>
        </p:txBody>
      </p:sp>
      <p:sp>
        <p:nvSpPr>
          <p:cNvPr id="21" name="Text Placeholder 6">
            <a:extLst>
              <a:ext uri="{FF2B5EF4-FFF2-40B4-BE49-F238E27FC236}">
                <a16:creationId xmlns:a16="http://schemas.microsoft.com/office/drawing/2014/main" id="{0A71EF50-386A-A3B9-93FB-6EF179A4EE47}"/>
              </a:ext>
            </a:extLst>
          </p:cNvPr>
          <p:cNvSpPr>
            <a:spLocks noGrp="1"/>
          </p:cNvSpPr>
          <p:nvPr>
            <p:ph type="body" sz="quarter" idx="16" hasCustomPrompt="1"/>
          </p:nvPr>
        </p:nvSpPr>
        <p:spPr>
          <a:xfrm>
            <a:off x="5954102" y="1433919"/>
            <a:ext cx="2489597" cy="339561"/>
          </a:xfrm>
        </p:spPr>
        <p:txBody>
          <a:bodyPr>
            <a:noAutofit/>
          </a:bodyPr>
          <a:lstStyle>
            <a:lvl1pPr marL="0" indent="0" algn="ctr" fontAlgn="ctr">
              <a:spcBef>
                <a:spcPts val="0"/>
              </a:spcBef>
              <a:buFontTx/>
              <a:buNone/>
              <a:defRPr sz="16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23" name="Picture Placeholder 10">
            <a:extLst>
              <a:ext uri="{FF2B5EF4-FFF2-40B4-BE49-F238E27FC236}">
                <a16:creationId xmlns:a16="http://schemas.microsoft.com/office/drawing/2014/main" id="{6AE17ED9-FDD9-34C3-1F7D-9A8EA4C4B40E}"/>
              </a:ext>
            </a:extLst>
          </p:cNvPr>
          <p:cNvSpPr>
            <a:spLocks noGrp="1"/>
          </p:cNvSpPr>
          <p:nvPr>
            <p:ph type="pic" sz="quarter" idx="18"/>
          </p:nvPr>
        </p:nvSpPr>
        <p:spPr>
          <a:xfrm>
            <a:off x="6102931" y="4043274"/>
            <a:ext cx="2213372" cy="1555750"/>
          </a:xfrm>
        </p:spPr>
        <p:txBody>
          <a:bodyPr/>
          <a:lstStyle>
            <a:lvl1pPr marL="0" indent="0">
              <a:buNone/>
              <a:defRPr b="1"/>
            </a:lvl1pPr>
          </a:lstStyle>
          <a:p>
            <a:endParaRPr lang="en-US" dirty="0"/>
          </a:p>
        </p:txBody>
      </p:sp>
      <p:sp>
        <p:nvSpPr>
          <p:cNvPr id="16" name="Title 15">
            <a:extLst>
              <a:ext uri="{FF2B5EF4-FFF2-40B4-BE49-F238E27FC236}">
                <a16:creationId xmlns:a16="http://schemas.microsoft.com/office/drawing/2014/main" id="{77D3ED32-45F9-B948-371F-67E8465B2438}"/>
              </a:ext>
            </a:extLst>
          </p:cNvPr>
          <p:cNvSpPr>
            <a:spLocks noGrp="1"/>
          </p:cNvSpPr>
          <p:nvPr>
            <p:ph type="title"/>
          </p:nvPr>
        </p:nvSpPr>
        <p:spPr/>
        <p:txBody>
          <a:bodyPr/>
          <a:lstStyle>
            <a:lvl1pPr fontAlgn="b">
              <a:defRPr/>
            </a:lvl1pPr>
          </a:lstStyle>
          <a:p>
            <a:r>
              <a:rPr lang="en-US" dirty="0"/>
              <a:t>Click to edit Master title style</a:t>
            </a:r>
          </a:p>
        </p:txBody>
      </p:sp>
      <p:sp>
        <p:nvSpPr>
          <p:cNvPr id="6" name="Footer Placeholder 5">
            <a:extLst>
              <a:ext uri="{FF2B5EF4-FFF2-40B4-BE49-F238E27FC236}">
                <a16:creationId xmlns:a16="http://schemas.microsoft.com/office/drawing/2014/main" id="{BA0F278F-8AAE-FA0B-4B47-AB0FFECE69F2}"/>
              </a:ext>
            </a:extLst>
          </p:cNvPr>
          <p:cNvSpPr>
            <a:spLocks noGrp="1"/>
          </p:cNvSpPr>
          <p:nvPr>
            <p:ph type="ftr" sz="quarter" idx="19"/>
          </p:nvPr>
        </p:nvSpPr>
        <p:spPr/>
        <p:txBody>
          <a:bodyPr/>
          <a:lstStyle/>
          <a:p>
            <a:pPr algn="r"/>
            <a:r>
              <a:rPr lang="en-US"/>
              <a:t>3/31/23            </a:t>
            </a:r>
            <a:fld id="{2D8F9ACA-D6C0-E54C-B1B8-E9196C9CD104}" type="slidenum">
              <a:rPr lang="en-US" smtClean="0"/>
              <a:pPr algn="r"/>
              <a:t>‹#›</a:t>
            </a:fld>
            <a:endParaRPr lang="en-US" dirty="0"/>
          </a:p>
        </p:txBody>
      </p:sp>
      <p:sp>
        <p:nvSpPr>
          <p:cNvPr id="10" name="Text Placeholder 3">
            <a:extLst>
              <a:ext uri="{FF2B5EF4-FFF2-40B4-BE49-F238E27FC236}">
                <a16:creationId xmlns:a16="http://schemas.microsoft.com/office/drawing/2014/main" id="{3856F49F-59AA-23FB-4600-EC4D944973CD}"/>
              </a:ext>
            </a:extLst>
          </p:cNvPr>
          <p:cNvSpPr>
            <a:spLocks noGrp="1"/>
          </p:cNvSpPr>
          <p:nvPr>
            <p:ph type="body" sz="half" idx="2" hasCustomPrompt="1"/>
          </p:nvPr>
        </p:nvSpPr>
        <p:spPr>
          <a:xfrm>
            <a:off x="826458" y="2040673"/>
            <a:ext cx="2213372" cy="1691333"/>
          </a:xfrm>
        </p:spPr>
        <p:txBody>
          <a:bodyPr>
            <a:normAutofit/>
          </a:bodyPr>
          <a:lstStyle>
            <a:lvl1pPr marL="0" indent="0">
              <a:buNone/>
              <a:defRPr sz="1400" b="0" i="0">
                <a:solidFill>
                  <a:schemeClr val="bg1"/>
                </a:solidFill>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body copy</a:t>
            </a:r>
          </a:p>
        </p:txBody>
      </p:sp>
      <p:sp>
        <p:nvSpPr>
          <p:cNvPr id="12" name="Text Placeholder 3">
            <a:extLst>
              <a:ext uri="{FF2B5EF4-FFF2-40B4-BE49-F238E27FC236}">
                <a16:creationId xmlns:a16="http://schemas.microsoft.com/office/drawing/2014/main" id="{5CA6E053-97C0-F5A8-A5C6-62806699EADE}"/>
              </a:ext>
            </a:extLst>
          </p:cNvPr>
          <p:cNvSpPr>
            <a:spLocks noGrp="1"/>
          </p:cNvSpPr>
          <p:nvPr>
            <p:ph type="body" sz="half" idx="20" hasCustomPrompt="1"/>
          </p:nvPr>
        </p:nvSpPr>
        <p:spPr>
          <a:xfrm>
            <a:off x="3464791" y="2040672"/>
            <a:ext cx="2213372" cy="1691333"/>
          </a:xfrm>
        </p:spPr>
        <p:txBody>
          <a:bodyPr>
            <a:normAutofit/>
          </a:bodyPr>
          <a:lstStyle>
            <a:lvl1pPr marL="0" indent="0">
              <a:buNone/>
              <a:defRPr sz="1400" b="0" i="0">
                <a:solidFill>
                  <a:schemeClr val="bg1"/>
                </a:solidFill>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body copy</a:t>
            </a:r>
          </a:p>
        </p:txBody>
      </p:sp>
      <p:sp>
        <p:nvSpPr>
          <p:cNvPr id="13" name="Text Placeholder 3">
            <a:extLst>
              <a:ext uri="{FF2B5EF4-FFF2-40B4-BE49-F238E27FC236}">
                <a16:creationId xmlns:a16="http://schemas.microsoft.com/office/drawing/2014/main" id="{1823F7D4-DD74-2A27-4C24-052C4575CCDF}"/>
              </a:ext>
            </a:extLst>
          </p:cNvPr>
          <p:cNvSpPr>
            <a:spLocks noGrp="1"/>
          </p:cNvSpPr>
          <p:nvPr>
            <p:ph type="body" sz="half" idx="21" hasCustomPrompt="1"/>
          </p:nvPr>
        </p:nvSpPr>
        <p:spPr>
          <a:xfrm>
            <a:off x="6102931" y="2040671"/>
            <a:ext cx="2213372" cy="1691333"/>
          </a:xfrm>
        </p:spPr>
        <p:txBody>
          <a:bodyPr>
            <a:normAutofit/>
          </a:bodyPr>
          <a:lstStyle>
            <a:lvl1pPr marL="0" indent="0">
              <a:buNone/>
              <a:defRPr sz="1400" b="0" i="0">
                <a:solidFill>
                  <a:schemeClr val="bg1"/>
                </a:solidFill>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body copy</a:t>
            </a:r>
          </a:p>
        </p:txBody>
      </p:sp>
      <p:pic>
        <p:nvPicPr>
          <p:cNvPr id="26" name="Picture 25">
            <a:extLst>
              <a:ext uri="{FF2B5EF4-FFF2-40B4-BE49-F238E27FC236}">
                <a16:creationId xmlns:a16="http://schemas.microsoft.com/office/drawing/2014/main" id="{A77476EE-9BD3-9249-BC1B-491B99321F70}"/>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22167126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 3 Blocks - Go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98D576-4759-5408-883D-2E56D9D0F603}"/>
              </a:ext>
            </a:extLst>
          </p:cNvPr>
          <p:cNvSpPr/>
          <p:nvPr userDrawn="1"/>
        </p:nvSpPr>
        <p:spPr>
          <a:xfrm>
            <a:off x="5953662" y="1315893"/>
            <a:ext cx="2489648"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12" name="Rectangle 11">
            <a:extLst>
              <a:ext uri="{FF2B5EF4-FFF2-40B4-BE49-F238E27FC236}">
                <a16:creationId xmlns:a16="http://schemas.microsoft.com/office/drawing/2014/main" id="{D2C44A1A-1D1D-F2D9-8EC1-EFF25EBA1FB0}"/>
              </a:ext>
            </a:extLst>
          </p:cNvPr>
          <p:cNvSpPr/>
          <p:nvPr userDrawn="1"/>
        </p:nvSpPr>
        <p:spPr>
          <a:xfrm>
            <a:off x="3315523" y="1315894"/>
            <a:ext cx="2489648"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15" name="Rectangle 14">
            <a:extLst>
              <a:ext uri="{FF2B5EF4-FFF2-40B4-BE49-F238E27FC236}">
                <a16:creationId xmlns:a16="http://schemas.microsoft.com/office/drawing/2014/main" id="{3138D75A-DD50-6C6E-0A9D-7F77E72C780A}"/>
              </a:ext>
            </a:extLst>
          </p:cNvPr>
          <p:cNvSpPr/>
          <p:nvPr userDrawn="1"/>
        </p:nvSpPr>
        <p:spPr>
          <a:xfrm>
            <a:off x="677384" y="1315895"/>
            <a:ext cx="2489648"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dirty="0"/>
          </a:p>
        </p:txBody>
      </p:sp>
      <p:sp>
        <p:nvSpPr>
          <p:cNvPr id="16" name="Text Placeholder 6">
            <a:extLst>
              <a:ext uri="{FF2B5EF4-FFF2-40B4-BE49-F238E27FC236}">
                <a16:creationId xmlns:a16="http://schemas.microsoft.com/office/drawing/2014/main" id="{876A1563-09E6-06B6-EC4A-8E309CC57B11}"/>
              </a:ext>
            </a:extLst>
          </p:cNvPr>
          <p:cNvSpPr>
            <a:spLocks noGrp="1"/>
          </p:cNvSpPr>
          <p:nvPr>
            <p:ph type="body" sz="quarter" idx="10" hasCustomPrompt="1"/>
          </p:nvPr>
        </p:nvSpPr>
        <p:spPr>
          <a:xfrm>
            <a:off x="677435" y="1436467"/>
            <a:ext cx="2489597" cy="339561"/>
          </a:xfrm>
        </p:spPr>
        <p:txBody>
          <a:bodyPr>
            <a:noAutofit/>
          </a:bodyPr>
          <a:lstStyle>
            <a:lvl1pPr marL="0" indent="0" algn="ctr" fontAlgn="ctr">
              <a:spcBef>
                <a:spcPts val="0"/>
              </a:spcBef>
              <a:buFontTx/>
              <a:buNone/>
              <a:defRPr sz="16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22" name="Text Placeholder 6">
            <a:extLst>
              <a:ext uri="{FF2B5EF4-FFF2-40B4-BE49-F238E27FC236}">
                <a16:creationId xmlns:a16="http://schemas.microsoft.com/office/drawing/2014/main" id="{AF401EC8-7352-A985-133C-726A718A9E9A}"/>
              </a:ext>
            </a:extLst>
          </p:cNvPr>
          <p:cNvSpPr>
            <a:spLocks noGrp="1"/>
          </p:cNvSpPr>
          <p:nvPr>
            <p:ph type="body" sz="quarter" idx="13" hasCustomPrompt="1"/>
          </p:nvPr>
        </p:nvSpPr>
        <p:spPr>
          <a:xfrm>
            <a:off x="3315769" y="1436467"/>
            <a:ext cx="2489597" cy="339561"/>
          </a:xfrm>
        </p:spPr>
        <p:txBody>
          <a:bodyPr>
            <a:noAutofit/>
          </a:bodyPr>
          <a:lstStyle>
            <a:lvl1pPr marL="0" indent="0" algn="ctr" fontAlgn="ctr">
              <a:spcBef>
                <a:spcPts val="0"/>
              </a:spcBef>
              <a:buFontTx/>
              <a:buNone/>
              <a:defRPr sz="1600" b="1" i="0" baseline="0">
                <a:solidFill>
                  <a:schemeClr val="tx1"/>
                </a:solidFill>
                <a:latin typeface="Acumin Pro Condensed Semibold" panose="020B0506020202020204" pitchFamily="34" charset="77"/>
              </a:defRPr>
            </a:lvl1pPr>
          </a:lstStyle>
          <a:p>
            <a:pPr marL="0" marR="0" lvl="0" indent="0" algn="ctr" defTabSz="685800" rtl="0" eaLnBrk="1" fontAlgn="t" latinLnBrk="0" hangingPunct="1">
              <a:lnSpc>
                <a:spcPct val="90000"/>
              </a:lnSpc>
              <a:spcBef>
                <a:spcPts val="0"/>
              </a:spcBef>
              <a:spcAft>
                <a:spcPts val="0"/>
              </a:spcAft>
              <a:buClrTx/>
              <a:buSzTx/>
              <a:buFontTx/>
              <a:buNone/>
              <a:tabLst/>
              <a:defRPr/>
            </a:pPr>
            <a:r>
              <a:rPr lang="en-US" dirty="0"/>
              <a:t>Click to edit Subhead</a:t>
            </a:r>
          </a:p>
        </p:txBody>
      </p:sp>
      <p:sp>
        <p:nvSpPr>
          <p:cNvPr id="26" name="Text Placeholder 6">
            <a:extLst>
              <a:ext uri="{FF2B5EF4-FFF2-40B4-BE49-F238E27FC236}">
                <a16:creationId xmlns:a16="http://schemas.microsoft.com/office/drawing/2014/main" id="{71A04C69-EC92-81B2-FCD5-39464C669BEB}"/>
              </a:ext>
            </a:extLst>
          </p:cNvPr>
          <p:cNvSpPr>
            <a:spLocks noGrp="1"/>
          </p:cNvSpPr>
          <p:nvPr>
            <p:ph type="body" sz="quarter" idx="16" hasCustomPrompt="1"/>
          </p:nvPr>
        </p:nvSpPr>
        <p:spPr>
          <a:xfrm>
            <a:off x="5953908" y="1433917"/>
            <a:ext cx="2489597" cy="339561"/>
          </a:xfrm>
        </p:spPr>
        <p:txBody>
          <a:bodyPr>
            <a:noAutofit/>
          </a:bodyPr>
          <a:lstStyle>
            <a:lvl1pPr marL="0" indent="0" algn="ctr" fontAlgn="ctr">
              <a:spcBef>
                <a:spcPts val="0"/>
              </a:spcBef>
              <a:buFontTx/>
              <a:buNone/>
              <a:defRPr sz="16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30" name="Text Placeholder 3">
            <a:extLst>
              <a:ext uri="{FF2B5EF4-FFF2-40B4-BE49-F238E27FC236}">
                <a16:creationId xmlns:a16="http://schemas.microsoft.com/office/drawing/2014/main" id="{AE5BF8CB-9477-F598-75C4-6F35D608B35B}"/>
              </a:ext>
            </a:extLst>
          </p:cNvPr>
          <p:cNvSpPr>
            <a:spLocks noGrp="1"/>
          </p:cNvSpPr>
          <p:nvPr>
            <p:ph type="body" sz="half" idx="2" hasCustomPrompt="1"/>
          </p:nvPr>
        </p:nvSpPr>
        <p:spPr>
          <a:xfrm>
            <a:off x="826264" y="2040671"/>
            <a:ext cx="2213372" cy="1691333"/>
          </a:xfrm>
        </p:spPr>
        <p:txBody>
          <a:bodyPr>
            <a:normAutofit/>
          </a:bodyPr>
          <a:lstStyle>
            <a:lvl1pPr marL="0" indent="0">
              <a:buNone/>
              <a:defRPr sz="1400" b="0" i="0">
                <a:solidFill>
                  <a:schemeClr val="tx1"/>
                </a:solidFill>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body copy</a:t>
            </a:r>
          </a:p>
        </p:txBody>
      </p:sp>
      <p:sp>
        <p:nvSpPr>
          <p:cNvPr id="31" name="Text Placeholder 3">
            <a:extLst>
              <a:ext uri="{FF2B5EF4-FFF2-40B4-BE49-F238E27FC236}">
                <a16:creationId xmlns:a16="http://schemas.microsoft.com/office/drawing/2014/main" id="{AE6CE746-1703-63A8-BBD4-546AD104E27E}"/>
              </a:ext>
            </a:extLst>
          </p:cNvPr>
          <p:cNvSpPr>
            <a:spLocks noGrp="1"/>
          </p:cNvSpPr>
          <p:nvPr>
            <p:ph type="body" sz="half" idx="24" hasCustomPrompt="1"/>
          </p:nvPr>
        </p:nvSpPr>
        <p:spPr>
          <a:xfrm>
            <a:off x="3453661" y="2065259"/>
            <a:ext cx="2213372" cy="1691333"/>
          </a:xfrm>
        </p:spPr>
        <p:txBody>
          <a:bodyPr>
            <a:normAutofit/>
          </a:bodyPr>
          <a:lstStyle>
            <a:lvl1pPr marL="0" indent="0">
              <a:buNone/>
              <a:defRPr sz="1400" b="0" i="0">
                <a:solidFill>
                  <a:schemeClr val="tx1"/>
                </a:solidFill>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marL="0" marR="0" lvl="0" indent="0" algn="l" defTabSz="685800" rtl="0" eaLnBrk="1" fontAlgn="auto" latinLnBrk="0" hangingPunct="1">
              <a:lnSpc>
                <a:spcPct val="90000"/>
              </a:lnSpc>
              <a:spcBef>
                <a:spcPts val="750"/>
              </a:spcBef>
              <a:spcAft>
                <a:spcPts val="0"/>
              </a:spcAft>
              <a:buClrTx/>
              <a:buSzTx/>
              <a:buFont typeface="Wingdings" pitchFamily="2" charset="2"/>
              <a:buNone/>
              <a:tabLst/>
              <a:defRPr/>
            </a:pPr>
            <a:r>
              <a:rPr lang="en-US" dirty="0"/>
              <a:t>Click to edit body copy</a:t>
            </a:r>
          </a:p>
        </p:txBody>
      </p:sp>
      <p:sp>
        <p:nvSpPr>
          <p:cNvPr id="33" name="Picture Placeholder 10">
            <a:extLst>
              <a:ext uri="{FF2B5EF4-FFF2-40B4-BE49-F238E27FC236}">
                <a16:creationId xmlns:a16="http://schemas.microsoft.com/office/drawing/2014/main" id="{53952BA5-2190-5106-0EBD-DA1D15EFBB9D}"/>
              </a:ext>
            </a:extLst>
          </p:cNvPr>
          <p:cNvSpPr>
            <a:spLocks noGrp="1"/>
          </p:cNvSpPr>
          <p:nvPr>
            <p:ph type="pic" sz="quarter" idx="12"/>
          </p:nvPr>
        </p:nvSpPr>
        <p:spPr>
          <a:xfrm>
            <a:off x="826264" y="4045822"/>
            <a:ext cx="2213372" cy="1555750"/>
          </a:xfrm>
        </p:spPr>
        <p:txBody>
          <a:bodyPr/>
          <a:lstStyle>
            <a:lvl1pPr marL="0" indent="0">
              <a:buNone/>
              <a:defRPr/>
            </a:lvl1pPr>
          </a:lstStyle>
          <a:p>
            <a:endParaRPr lang="en-US" dirty="0"/>
          </a:p>
        </p:txBody>
      </p:sp>
      <p:sp>
        <p:nvSpPr>
          <p:cNvPr id="34" name="Picture Placeholder 10">
            <a:extLst>
              <a:ext uri="{FF2B5EF4-FFF2-40B4-BE49-F238E27FC236}">
                <a16:creationId xmlns:a16="http://schemas.microsoft.com/office/drawing/2014/main" id="{835FE666-CADC-4DB4-80A4-BFD9823DE051}"/>
              </a:ext>
            </a:extLst>
          </p:cNvPr>
          <p:cNvSpPr>
            <a:spLocks noGrp="1"/>
          </p:cNvSpPr>
          <p:nvPr>
            <p:ph type="pic" sz="quarter" idx="15"/>
          </p:nvPr>
        </p:nvSpPr>
        <p:spPr>
          <a:xfrm>
            <a:off x="3464597" y="4045822"/>
            <a:ext cx="2213372" cy="1555750"/>
          </a:xfrm>
        </p:spPr>
        <p:txBody>
          <a:bodyPr/>
          <a:lstStyle>
            <a:lvl1pPr marL="0" indent="0">
              <a:buNone/>
              <a:defRPr/>
            </a:lvl1pPr>
          </a:lstStyle>
          <a:p>
            <a:endParaRPr lang="en-US" dirty="0"/>
          </a:p>
        </p:txBody>
      </p:sp>
      <p:sp>
        <p:nvSpPr>
          <p:cNvPr id="35" name="Picture Placeholder 10">
            <a:extLst>
              <a:ext uri="{FF2B5EF4-FFF2-40B4-BE49-F238E27FC236}">
                <a16:creationId xmlns:a16="http://schemas.microsoft.com/office/drawing/2014/main" id="{AECA5017-0E7C-4957-02B2-65FA6C1F6E5F}"/>
              </a:ext>
            </a:extLst>
          </p:cNvPr>
          <p:cNvSpPr>
            <a:spLocks noGrp="1"/>
          </p:cNvSpPr>
          <p:nvPr>
            <p:ph type="pic" sz="quarter" idx="18"/>
          </p:nvPr>
        </p:nvSpPr>
        <p:spPr>
          <a:xfrm>
            <a:off x="6102736" y="4043272"/>
            <a:ext cx="2213372" cy="1555750"/>
          </a:xfrm>
        </p:spPr>
        <p:txBody>
          <a:bodyPr/>
          <a:lstStyle>
            <a:lvl1pPr marL="0" indent="0">
              <a:buNone/>
              <a:defRPr b="1"/>
            </a:lvl1pPr>
          </a:lstStyle>
          <a:p>
            <a:endParaRPr lang="en-US" dirty="0"/>
          </a:p>
        </p:txBody>
      </p:sp>
      <p:sp>
        <p:nvSpPr>
          <p:cNvPr id="36" name="Text Placeholder 3">
            <a:extLst>
              <a:ext uri="{FF2B5EF4-FFF2-40B4-BE49-F238E27FC236}">
                <a16:creationId xmlns:a16="http://schemas.microsoft.com/office/drawing/2014/main" id="{9F4CE92C-83FA-CA44-69CB-E6229E144199}"/>
              </a:ext>
            </a:extLst>
          </p:cNvPr>
          <p:cNvSpPr>
            <a:spLocks noGrp="1"/>
          </p:cNvSpPr>
          <p:nvPr>
            <p:ph type="body" sz="half" idx="25" hasCustomPrompt="1"/>
          </p:nvPr>
        </p:nvSpPr>
        <p:spPr>
          <a:xfrm>
            <a:off x="6097061" y="2071425"/>
            <a:ext cx="2213372" cy="1691333"/>
          </a:xfrm>
        </p:spPr>
        <p:txBody>
          <a:bodyPr>
            <a:normAutofit/>
          </a:bodyPr>
          <a:lstStyle>
            <a:lvl1pPr marL="0" indent="0">
              <a:buNone/>
              <a:defRPr sz="1400" b="0" i="0">
                <a:solidFill>
                  <a:schemeClr val="tx1"/>
                </a:solidFill>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marL="0" marR="0" lvl="0" indent="0" algn="l" defTabSz="685800" rtl="0" eaLnBrk="1" fontAlgn="auto" latinLnBrk="0" hangingPunct="1">
              <a:lnSpc>
                <a:spcPct val="90000"/>
              </a:lnSpc>
              <a:spcBef>
                <a:spcPts val="750"/>
              </a:spcBef>
              <a:spcAft>
                <a:spcPts val="0"/>
              </a:spcAft>
              <a:buClrTx/>
              <a:buSzTx/>
              <a:buFont typeface="Wingdings" pitchFamily="2" charset="2"/>
              <a:buNone/>
              <a:tabLst/>
              <a:defRPr/>
            </a:pPr>
            <a:r>
              <a:rPr lang="en-US" dirty="0"/>
              <a:t>Click to edit body copy</a:t>
            </a:r>
          </a:p>
        </p:txBody>
      </p:sp>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lvl1pPr fontAlgn="b">
              <a:defRPr/>
            </a:lvl1pPr>
          </a:lstStyle>
          <a:p>
            <a:r>
              <a:rPr lang="en-US" dirty="0"/>
              <a:t>Click to edit Master title style</a:t>
            </a:r>
          </a:p>
        </p:txBody>
      </p:sp>
      <p:sp>
        <p:nvSpPr>
          <p:cNvPr id="3" name="Footer Placeholder 2">
            <a:extLst>
              <a:ext uri="{FF2B5EF4-FFF2-40B4-BE49-F238E27FC236}">
                <a16:creationId xmlns:a16="http://schemas.microsoft.com/office/drawing/2014/main" id="{FA4DDE6D-DD47-E873-4306-EBFC1F91F657}"/>
              </a:ext>
            </a:extLst>
          </p:cNvPr>
          <p:cNvSpPr>
            <a:spLocks noGrp="1"/>
          </p:cNvSpPr>
          <p:nvPr>
            <p:ph type="ftr" sz="quarter" idx="26"/>
          </p:nvPr>
        </p:nvSpPr>
        <p:spPr/>
        <p:txBody>
          <a:bodyPr/>
          <a:lstStyle/>
          <a:p>
            <a:pPr algn="r"/>
            <a:r>
              <a:rPr lang="en-US"/>
              <a:t>3/31/23            </a:t>
            </a:r>
            <a:fld id="{2D8F9ACA-D6C0-E54C-B1B8-E9196C9CD104}" type="slidenum">
              <a:rPr lang="en-US" smtClean="0"/>
              <a:pPr algn="r"/>
              <a:t>‹#›</a:t>
            </a:fld>
            <a:endParaRPr lang="en-US" dirty="0"/>
          </a:p>
        </p:txBody>
      </p:sp>
      <p:pic>
        <p:nvPicPr>
          <p:cNvPr id="21" name="Picture 20">
            <a:extLst>
              <a:ext uri="{FF2B5EF4-FFF2-40B4-BE49-F238E27FC236}">
                <a16:creationId xmlns:a16="http://schemas.microsoft.com/office/drawing/2014/main" id="{A911DA62-F518-7447-BD47-16E2421CCA9E}"/>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8389466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 5 Color Blocks">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lvl1pPr fontAlgn="b">
              <a:defRPr/>
            </a:lvl1pPr>
          </a:lstStyle>
          <a:p>
            <a:r>
              <a:rPr lang="en-US" dirty="0"/>
              <a:t>Click to edit Master title style</a:t>
            </a:r>
          </a:p>
        </p:txBody>
      </p:sp>
      <p:sp>
        <p:nvSpPr>
          <p:cNvPr id="2" name="Rectangle 1">
            <a:extLst>
              <a:ext uri="{FF2B5EF4-FFF2-40B4-BE49-F238E27FC236}">
                <a16:creationId xmlns:a16="http://schemas.microsoft.com/office/drawing/2014/main" id="{C979A34A-6A6B-FC98-1EC8-8347FAB1A48F}"/>
              </a:ext>
            </a:extLst>
          </p:cNvPr>
          <p:cNvSpPr/>
          <p:nvPr userDrawn="1"/>
        </p:nvSpPr>
        <p:spPr>
          <a:xfrm>
            <a:off x="756438" y="1660596"/>
            <a:ext cx="1438515" cy="436418"/>
          </a:xfrm>
          <a:prstGeom prst="rect">
            <a:avLst/>
          </a:prstGeom>
          <a:solidFill>
            <a:schemeClr val="tx2"/>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825" dirty="0">
              <a:solidFill>
                <a:schemeClr val="bg1"/>
              </a:solidFill>
              <a:latin typeface="Franklin Gothic Medium" panose="020B0603020102020204" pitchFamily="34" charset="0"/>
            </a:endParaRPr>
          </a:p>
        </p:txBody>
      </p:sp>
      <p:sp>
        <p:nvSpPr>
          <p:cNvPr id="7" name="Rectangle 6">
            <a:extLst>
              <a:ext uri="{FF2B5EF4-FFF2-40B4-BE49-F238E27FC236}">
                <a16:creationId xmlns:a16="http://schemas.microsoft.com/office/drawing/2014/main" id="{3C3F2A76-73C1-7478-1C52-F70D9B50BC0A}"/>
              </a:ext>
            </a:extLst>
          </p:cNvPr>
          <p:cNvSpPr/>
          <p:nvPr userDrawn="1"/>
        </p:nvSpPr>
        <p:spPr>
          <a:xfrm>
            <a:off x="758505" y="2160555"/>
            <a:ext cx="1436449" cy="323350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750"/>
              </a:spcAft>
              <a:buClr>
                <a:schemeClr val="tx1">
                  <a:lumMod val="50000"/>
                  <a:lumOff val="50000"/>
                </a:schemeClr>
              </a:buClr>
              <a:buSzTx/>
              <a:buFontTx/>
              <a:buNone/>
              <a:tabLst/>
              <a:defRPr/>
            </a:pPr>
            <a:endParaRPr lang="en-GB" sz="9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19" name="Rectangle 18">
            <a:extLst>
              <a:ext uri="{FF2B5EF4-FFF2-40B4-BE49-F238E27FC236}">
                <a16:creationId xmlns:a16="http://schemas.microsoft.com/office/drawing/2014/main" id="{3B6525D0-8078-E003-46A7-FFCB83C221E0}"/>
              </a:ext>
            </a:extLst>
          </p:cNvPr>
          <p:cNvSpPr/>
          <p:nvPr userDrawn="1"/>
        </p:nvSpPr>
        <p:spPr>
          <a:xfrm>
            <a:off x="2284078" y="1660596"/>
            <a:ext cx="1438515" cy="436418"/>
          </a:xfrm>
          <a:prstGeom prst="rect">
            <a:avLst/>
          </a:prstGeom>
          <a:solidFill>
            <a:schemeClr val="accent1">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825" dirty="0">
              <a:solidFill>
                <a:schemeClr val="bg1"/>
              </a:solidFill>
              <a:latin typeface="Franklin Gothic Medium" panose="020B0603020102020204" pitchFamily="34" charset="0"/>
            </a:endParaRPr>
          </a:p>
        </p:txBody>
      </p:sp>
      <p:sp>
        <p:nvSpPr>
          <p:cNvPr id="20" name="Rectangle 19">
            <a:extLst>
              <a:ext uri="{FF2B5EF4-FFF2-40B4-BE49-F238E27FC236}">
                <a16:creationId xmlns:a16="http://schemas.microsoft.com/office/drawing/2014/main" id="{AE6AD059-9160-4AE4-0F86-92FB0AAD082C}"/>
              </a:ext>
            </a:extLst>
          </p:cNvPr>
          <p:cNvSpPr/>
          <p:nvPr userDrawn="1"/>
        </p:nvSpPr>
        <p:spPr>
          <a:xfrm>
            <a:off x="2286144" y="2160555"/>
            <a:ext cx="1436449" cy="323350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750"/>
              </a:spcAft>
              <a:buClr>
                <a:schemeClr val="tx1">
                  <a:lumMod val="50000"/>
                  <a:lumOff val="50000"/>
                </a:schemeClr>
              </a:buClr>
              <a:buSzTx/>
              <a:buFontTx/>
              <a:buNone/>
              <a:tabLst/>
              <a:defRPr/>
            </a:pPr>
            <a:endParaRPr lang="en-GB" sz="9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1" name="Rectangle 20">
            <a:extLst>
              <a:ext uri="{FF2B5EF4-FFF2-40B4-BE49-F238E27FC236}">
                <a16:creationId xmlns:a16="http://schemas.microsoft.com/office/drawing/2014/main" id="{E0F701C0-7A2F-0B95-E95C-07302A14CA56}"/>
              </a:ext>
            </a:extLst>
          </p:cNvPr>
          <p:cNvSpPr/>
          <p:nvPr userDrawn="1"/>
        </p:nvSpPr>
        <p:spPr>
          <a:xfrm>
            <a:off x="3811718" y="1660596"/>
            <a:ext cx="1438515" cy="436418"/>
          </a:xfrm>
          <a:prstGeom prst="rect">
            <a:avLst/>
          </a:prstGeom>
          <a:solidFill>
            <a:schemeClr val="bg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825" dirty="0">
              <a:solidFill>
                <a:schemeClr val="bg1"/>
              </a:solidFill>
              <a:latin typeface="Franklin Gothic Medium" panose="020B0603020102020204" pitchFamily="34" charset="0"/>
            </a:endParaRPr>
          </a:p>
        </p:txBody>
      </p:sp>
      <p:sp>
        <p:nvSpPr>
          <p:cNvPr id="23" name="Rectangle 22">
            <a:extLst>
              <a:ext uri="{FF2B5EF4-FFF2-40B4-BE49-F238E27FC236}">
                <a16:creationId xmlns:a16="http://schemas.microsoft.com/office/drawing/2014/main" id="{AD786ED8-9187-C7FB-F774-CE52A2971FFD}"/>
              </a:ext>
            </a:extLst>
          </p:cNvPr>
          <p:cNvSpPr/>
          <p:nvPr userDrawn="1"/>
        </p:nvSpPr>
        <p:spPr>
          <a:xfrm>
            <a:off x="3813784" y="2160555"/>
            <a:ext cx="1436449" cy="32335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750"/>
              </a:spcAft>
              <a:buClr>
                <a:schemeClr val="tx1">
                  <a:lumMod val="50000"/>
                  <a:lumOff val="50000"/>
                </a:schemeClr>
              </a:buClr>
              <a:buSzTx/>
              <a:buFontTx/>
              <a:buNone/>
              <a:tabLst/>
              <a:defRPr/>
            </a:pPr>
            <a:endParaRPr lang="en-GB" sz="9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4" name="Rectangle 23">
            <a:extLst>
              <a:ext uri="{FF2B5EF4-FFF2-40B4-BE49-F238E27FC236}">
                <a16:creationId xmlns:a16="http://schemas.microsoft.com/office/drawing/2014/main" id="{9A6F5635-02F3-829F-B778-4A766D8D4A2D}"/>
              </a:ext>
            </a:extLst>
          </p:cNvPr>
          <p:cNvSpPr/>
          <p:nvPr userDrawn="1"/>
        </p:nvSpPr>
        <p:spPr>
          <a:xfrm>
            <a:off x="5339357" y="1660596"/>
            <a:ext cx="1438515" cy="436418"/>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825" dirty="0">
              <a:solidFill>
                <a:schemeClr val="bg1"/>
              </a:solidFill>
              <a:latin typeface="Franklin Gothic Medium" panose="020B0603020102020204" pitchFamily="34" charset="0"/>
            </a:endParaRPr>
          </a:p>
        </p:txBody>
      </p:sp>
      <p:sp>
        <p:nvSpPr>
          <p:cNvPr id="25" name="Rectangle 24">
            <a:extLst>
              <a:ext uri="{FF2B5EF4-FFF2-40B4-BE49-F238E27FC236}">
                <a16:creationId xmlns:a16="http://schemas.microsoft.com/office/drawing/2014/main" id="{3CBD6A50-2E1C-FDDB-2F9B-D9101B8535C5}"/>
              </a:ext>
            </a:extLst>
          </p:cNvPr>
          <p:cNvSpPr/>
          <p:nvPr userDrawn="1"/>
        </p:nvSpPr>
        <p:spPr>
          <a:xfrm>
            <a:off x="5341424" y="2160555"/>
            <a:ext cx="1436449" cy="323350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750"/>
              </a:spcAft>
              <a:buClr>
                <a:schemeClr val="tx1">
                  <a:lumMod val="50000"/>
                  <a:lumOff val="50000"/>
                </a:schemeClr>
              </a:buClr>
              <a:buSzTx/>
              <a:buFontTx/>
              <a:buNone/>
              <a:tabLst/>
              <a:defRPr/>
            </a:pPr>
            <a:endParaRPr lang="en-GB" sz="9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7" name="Rectangle 26">
            <a:extLst>
              <a:ext uri="{FF2B5EF4-FFF2-40B4-BE49-F238E27FC236}">
                <a16:creationId xmlns:a16="http://schemas.microsoft.com/office/drawing/2014/main" id="{B239B4FF-413F-3DBC-C6E4-087C951C5464}"/>
              </a:ext>
            </a:extLst>
          </p:cNvPr>
          <p:cNvSpPr/>
          <p:nvPr userDrawn="1"/>
        </p:nvSpPr>
        <p:spPr>
          <a:xfrm>
            <a:off x="6866999" y="1660596"/>
            <a:ext cx="1438515" cy="436418"/>
          </a:xfrm>
          <a:prstGeom prst="rect">
            <a:avLst/>
          </a:prstGeom>
          <a:solidFill>
            <a:schemeClr val="tx2">
              <a:lumMod val="60000"/>
              <a:lumOff val="40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825" dirty="0">
              <a:solidFill>
                <a:schemeClr val="bg1"/>
              </a:solidFill>
              <a:latin typeface="Franklin Gothic Medium" panose="020B0603020102020204" pitchFamily="34" charset="0"/>
            </a:endParaRPr>
          </a:p>
        </p:txBody>
      </p:sp>
      <p:sp>
        <p:nvSpPr>
          <p:cNvPr id="28" name="Rectangle 27">
            <a:extLst>
              <a:ext uri="{FF2B5EF4-FFF2-40B4-BE49-F238E27FC236}">
                <a16:creationId xmlns:a16="http://schemas.microsoft.com/office/drawing/2014/main" id="{8CB8434E-9F38-4592-327E-51A570C73E09}"/>
              </a:ext>
            </a:extLst>
          </p:cNvPr>
          <p:cNvSpPr/>
          <p:nvPr userDrawn="1"/>
        </p:nvSpPr>
        <p:spPr>
          <a:xfrm>
            <a:off x="6869065" y="2160555"/>
            <a:ext cx="1436449" cy="323350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685800" rtl="0" eaLnBrk="1" fontAlgn="auto" latinLnBrk="0" hangingPunct="1">
              <a:lnSpc>
                <a:spcPct val="100000"/>
              </a:lnSpc>
              <a:spcBef>
                <a:spcPts val="0"/>
              </a:spcBef>
              <a:spcAft>
                <a:spcPts val="750"/>
              </a:spcAft>
              <a:buClr>
                <a:schemeClr val="tx1">
                  <a:lumMod val="50000"/>
                  <a:lumOff val="50000"/>
                </a:schemeClr>
              </a:buClr>
              <a:buSzTx/>
              <a:buFontTx/>
              <a:buNone/>
              <a:tabLst/>
              <a:defRPr/>
            </a:pPr>
            <a:endParaRPr lang="en-GB" sz="9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44" name="Text Placeholder 6">
            <a:extLst>
              <a:ext uri="{FF2B5EF4-FFF2-40B4-BE49-F238E27FC236}">
                <a16:creationId xmlns:a16="http://schemas.microsoft.com/office/drawing/2014/main" id="{1BA8130D-B7F2-9815-5056-6F334D4BBAEF}"/>
              </a:ext>
            </a:extLst>
          </p:cNvPr>
          <p:cNvSpPr>
            <a:spLocks noGrp="1"/>
          </p:cNvSpPr>
          <p:nvPr>
            <p:ph type="body" sz="quarter" idx="10" hasCustomPrompt="1"/>
          </p:nvPr>
        </p:nvSpPr>
        <p:spPr>
          <a:xfrm>
            <a:off x="756438" y="1783909"/>
            <a:ext cx="1438514" cy="220506"/>
          </a:xfrm>
        </p:spPr>
        <p:txBody>
          <a:bodyPr>
            <a:noAutofit/>
          </a:bodyPr>
          <a:lstStyle>
            <a:lvl1pPr marL="0" indent="0" algn="ctr" fontAlgn="t">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5" name="Text Placeholder 6">
            <a:extLst>
              <a:ext uri="{FF2B5EF4-FFF2-40B4-BE49-F238E27FC236}">
                <a16:creationId xmlns:a16="http://schemas.microsoft.com/office/drawing/2014/main" id="{A41A66E4-0B84-E1FB-88CD-3E0E6E80C49D}"/>
              </a:ext>
            </a:extLst>
          </p:cNvPr>
          <p:cNvSpPr>
            <a:spLocks noGrp="1"/>
          </p:cNvSpPr>
          <p:nvPr>
            <p:ph type="body" sz="quarter" idx="28" hasCustomPrompt="1"/>
          </p:nvPr>
        </p:nvSpPr>
        <p:spPr>
          <a:xfrm>
            <a:off x="2284078" y="1768552"/>
            <a:ext cx="1438514" cy="220506"/>
          </a:xfrm>
        </p:spPr>
        <p:txBody>
          <a:bodyPr>
            <a:noAutofit/>
          </a:bodyPr>
          <a:lstStyle>
            <a:lvl1pPr marL="0" indent="0" algn="ctr" fontAlgn="t">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6" name="Text Placeholder 6">
            <a:extLst>
              <a:ext uri="{FF2B5EF4-FFF2-40B4-BE49-F238E27FC236}">
                <a16:creationId xmlns:a16="http://schemas.microsoft.com/office/drawing/2014/main" id="{235E5CE7-3D80-1BB5-DACD-8A63CA927E9A}"/>
              </a:ext>
            </a:extLst>
          </p:cNvPr>
          <p:cNvSpPr>
            <a:spLocks noGrp="1"/>
          </p:cNvSpPr>
          <p:nvPr>
            <p:ph type="body" sz="quarter" idx="29" hasCustomPrompt="1"/>
          </p:nvPr>
        </p:nvSpPr>
        <p:spPr>
          <a:xfrm>
            <a:off x="3811718" y="1768552"/>
            <a:ext cx="1438514" cy="220506"/>
          </a:xfrm>
        </p:spPr>
        <p:txBody>
          <a:bodyPr>
            <a:noAutofit/>
          </a:bodyPr>
          <a:lstStyle>
            <a:lvl1pPr marL="0" indent="0" algn="ctr" fontAlgn="t">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7" name="Text Placeholder 6">
            <a:extLst>
              <a:ext uri="{FF2B5EF4-FFF2-40B4-BE49-F238E27FC236}">
                <a16:creationId xmlns:a16="http://schemas.microsoft.com/office/drawing/2014/main" id="{685C02D4-EA4F-4962-D397-F6439EC5C6E9}"/>
              </a:ext>
            </a:extLst>
          </p:cNvPr>
          <p:cNvSpPr>
            <a:spLocks noGrp="1"/>
          </p:cNvSpPr>
          <p:nvPr>
            <p:ph type="body" sz="quarter" idx="30" hasCustomPrompt="1"/>
          </p:nvPr>
        </p:nvSpPr>
        <p:spPr>
          <a:xfrm>
            <a:off x="5339358" y="1768552"/>
            <a:ext cx="1438514" cy="220506"/>
          </a:xfrm>
        </p:spPr>
        <p:txBody>
          <a:bodyPr>
            <a:noAutofit/>
          </a:bodyPr>
          <a:lstStyle>
            <a:lvl1pPr marL="0" indent="0" algn="ctr" fontAlgn="t">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8" name="Text Placeholder 6">
            <a:extLst>
              <a:ext uri="{FF2B5EF4-FFF2-40B4-BE49-F238E27FC236}">
                <a16:creationId xmlns:a16="http://schemas.microsoft.com/office/drawing/2014/main" id="{1F46F0A7-55C4-6BAE-BCB0-157A86C91997}"/>
              </a:ext>
            </a:extLst>
          </p:cNvPr>
          <p:cNvSpPr>
            <a:spLocks noGrp="1"/>
          </p:cNvSpPr>
          <p:nvPr>
            <p:ph type="body" sz="quarter" idx="31" hasCustomPrompt="1"/>
          </p:nvPr>
        </p:nvSpPr>
        <p:spPr>
          <a:xfrm>
            <a:off x="6867000" y="1770870"/>
            <a:ext cx="1438514" cy="220506"/>
          </a:xfrm>
        </p:spPr>
        <p:txBody>
          <a:bodyPr>
            <a:noAutofit/>
          </a:bodyPr>
          <a:lstStyle>
            <a:lvl1pPr marL="0" indent="0" algn="ctr" fontAlgn="t">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9" name="Text Placeholder 3">
            <a:extLst>
              <a:ext uri="{FF2B5EF4-FFF2-40B4-BE49-F238E27FC236}">
                <a16:creationId xmlns:a16="http://schemas.microsoft.com/office/drawing/2014/main" id="{9E69C3F7-0A3A-FAC2-6540-8BB750E9AA4C}"/>
              </a:ext>
            </a:extLst>
          </p:cNvPr>
          <p:cNvSpPr>
            <a:spLocks noGrp="1"/>
          </p:cNvSpPr>
          <p:nvPr>
            <p:ph type="body" sz="half" idx="2"/>
          </p:nvPr>
        </p:nvSpPr>
        <p:spPr>
          <a:xfrm>
            <a:off x="838487" y="2312717"/>
            <a:ext cx="1243702" cy="2958028"/>
          </a:xfrm>
        </p:spPr>
        <p:txBody>
          <a:bodyPr>
            <a:normAutofit/>
          </a:bodyPr>
          <a:lstStyle>
            <a:lvl1pPr marL="0" indent="0">
              <a:buNone/>
              <a:defRPr sz="10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0" name="Text Placeholder 3">
            <a:extLst>
              <a:ext uri="{FF2B5EF4-FFF2-40B4-BE49-F238E27FC236}">
                <a16:creationId xmlns:a16="http://schemas.microsoft.com/office/drawing/2014/main" id="{040CB427-2320-1A81-037C-6D83BCA5B36F}"/>
              </a:ext>
            </a:extLst>
          </p:cNvPr>
          <p:cNvSpPr>
            <a:spLocks noGrp="1"/>
          </p:cNvSpPr>
          <p:nvPr>
            <p:ph type="body" sz="half" idx="32"/>
          </p:nvPr>
        </p:nvSpPr>
        <p:spPr>
          <a:xfrm>
            <a:off x="2381484" y="2299864"/>
            <a:ext cx="1243702" cy="2958028"/>
          </a:xfrm>
        </p:spPr>
        <p:txBody>
          <a:bodyPr>
            <a:normAutofit/>
          </a:bodyPr>
          <a:lstStyle>
            <a:lvl1pPr marL="0" indent="0">
              <a:buNone/>
              <a:defRPr sz="10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1" name="Text Placeholder 3">
            <a:extLst>
              <a:ext uri="{FF2B5EF4-FFF2-40B4-BE49-F238E27FC236}">
                <a16:creationId xmlns:a16="http://schemas.microsoft.com/office/drawing/2014/main" id="{3144BCA8-7BD5-8323-CDAB-E5362D78AA68}"/>
              </a:ext>
            </a:extLst>
          </p:cNvPr>
          <p:cNvSpPr>
            <a:spLocks noGrp="1"/>
          </p:cNvSpPr>
          <p:nvPr>
            <p:ph type="body" sz="half" idx="33"/>
          </p:nvPr>
        </p:nvSpPr>
        <p:spPr>
          <a:xfrm>
            <a:off x="3909124" y="2298292"/>
            <a:ext cx="1243702" cy="2958028"/>
          </a:xfrm>
        </p:spPr>
        <p:txBody>
          <a:bodyPr>
            <a:normAutofit/>
          </a:bodyPr>
          <a:lstStyle>
            <a:lvl1pPr marL="0" indent="0">
              <a:buNone/>
              <a:defRPr sz="10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2" name="Text Placeholder 3">
            <a:extLst>
              <a:ext uri="{FF2B5EF4-FFF2-40B4-BE49-F238E27FC236}">
                <a16:creationId xmlns:a16="http://schemas.microsoft.com/office/drawing/2014/main" id="{82EC0719-39BA-B2AB-F29D-3C947DC78925}"/>
              </a:ext>
            </a:extLst>
          </p:cNvPr>
          <p:cNvSpPr>
            <a:spLocks noGrp="1"/>
          </p:cNvSpPr>
          <p:nvPr>
            <p:ph type="body" sz="half" idx="34"/>
          </p:nvPr>
        </p:nvSpPr>
        <p:spPr>
          <a:xfrm>
            <a:off x="5436764" y="2298292"/>
            <a:ext cx="1243702" cy="2958028"/>
          </a:xfrm>
        </p:spPr>
        <p:txBody>
          <a:bodyPr>
            <a:normAutofit/>
          </a:bodyPr>
          <a:lstStyle>
            <a:lvl1pPr marL="0" indent="0">
              <a:buNone/>
              <a:defRPr sz="10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3" name="Text Placeholder 3">
            <a:extLst>
              <a:ext uri="{FF2B5EF4-FFF2-40B4-BE49-F238E27FC236}">
                <a16:creationId xmlns:a16="http://schemas.microsoft.com/office/drawing/2014/main" id="{B939ED29-1A95-3771-8E52-C1F99F848ABD}"/>
              </a:ext>
            </a:extLst>
          </p:cNvPr>
          <p:cNvSpPr>
            <a:spLocks noGrp="1"/>
          </p:cNvSpPr>
          <p:nvPr>
            <p:ph type="body" sz="half" idx="35"/>
          </p:nvPr>
        </p:nvSpPr>
        <p:spPr>
          <a:xfrm>
            <a:off x="6964405" y="2312717"/>
            <a:ext cx="1243702" cy="2958028"/>
          </a:xfrm>
        </p:spPr>
        <p:txBody>
          <a:bodyPr>
            <a:normAutofit/>
          </a:bodyPr>
          <a:lstStyle>
            <a:lvl1pPr marL="0" indent="0">
              <a:buNone/>
              <a:defRPr sz="1000" b="0" i="0">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4" name="Text Placeholder 13">
            <a:extLst>
              <a:ext uri="{FF2B5EF4-FFF2-40B4-BE49-F238E27FC236}">
                <a16:creationId xmlns:a16="http://schemas.microsoft.com/office/drawing/2014/main" id="{F45DEB53-8B0A-80C6-DDED-B72344235087}"/>
              </a:ext>
            </a:extLst>
          </p:cNvPr>
          <p:cNvSpPr>
            <a:spLocks noGrp="1"/>
          </p:cNvSpPr>
          <p:nvPr>
            <p:ph type="body" sz="quarter" idx="15" hasCustomPrompt="1"/>
          </p:nvPr>
        </p:nvSpPr>
        <p:spPr>
          <a:xfrm>
            <a:off x="342900" y="954291"/>
            <a:ext cx="8458200" cy="365760"/>
          </a:xfrm>
        </p:spPr>
        <p:txBody>
          <a:bodyPr>
            <a:noAutofit/>
          </a:bodyPr>
          <a:lstStyle>
            <a:lvl1pPr marL="0" indent="0" algn="l">
              <a:buNone/>
              <a:defRPr sz="20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Footer Placeholder 3">
            <a:extLst>
              <a:ext uri="{FF2B5EF4-FFF2-40B4-BE49-F238E27FC236}">
                <a16:creationId xmlns:a16="http://schemas.microsoft.com/office/drawing/2014/main" id="{3AE58850-3E44-9220-12DF-98BC6F729C54}"/>
              </a:ext>
            </a:extLst>
          </p:cNvPr>
          <p:cNvSpPr>
            <a:spLocks noGrp="1"/>
          </p:cNvSpPr>
          <p:nvPr>
            <p:ph type="ftr" sz="quarter" idx="36"/>
          </p:nvPr>
        </p:nvSpPr>
        <p:spPr/>
        <p:txBody>
          <a:bodyPr/>
          <a:lstStyle/>
          <a:p>
            <a:pPr algn="r"/>
            <a:r>
              <a:rPr lang="en-US"/>
              <a:t>3/31/23            </a:t>
            </a:r>
            <a:fld id="{2D8F9ACA-D6C0-E54C-B1B8-E9196C9CD104}" type="slidenum">
              <a:rPr lang="en-US" smtClean="0"/>
              <a:pPr algn="r"/>
              <a:t>‹#›</a:t>
            </a:fld>
            <a:endParaRPr lang="en-US" dirty="0"/>
          </a:p>
        </p:txBody>
      </p:sp>
      <p:pic>
        <p:nvPicPr>
          <p:cNvPr id="33" name="Picture 32">
            <a:extLst>
              <a:ext uri="{FF2B5EF4-FFF2-40B4-BE49-F238E27FC236}">
                <a16:creationId xmlns:a16="http://schemas.microsoft.com/office/drawing/2014/main" id="{6976A537-883F-374A-AD56-EC40D05206EC}"/>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33475407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with Caption - Black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4207789" y="-9524"/>
            <a:ext cx="4936211" cy="6867524"/>
          </a:xfrm>
          <a:ln>
            <a:noFill/>
          </a:ln>
        </p:spPr>
        <p:txBody>
          <a:bodyPr/>
          <a:lstStyle/>
          <a:p>
            <a:endParaRPr lang="en-US"/>
          </a:p>
        </p:txBody>
      </p:sp>
      <p:sp>
        <p:nvSpPr>
          <p:cNvPr id="5" name="Rectangle 4">
            <a:extLst>
              <a:ext uri="{FF2B5EF4-FFF2-40B4-BE49-F238E27FC236}">
                <a16:creationId xmlns:a16="http://schemas.microsoft.com/office/drawing/2014/main" id="{3500C207-AC1E-087B-DE95-A55BC82CAF9A}"/>
              </a:ext>
            </a:extLst>
          </p:cNvPr>
          <p:cNvSpPr/>
          <p:nvPr userDrawn="1"/>
        </p:nvSpPr>
        <p:spPr>
          <a:xfrm>
            <a:off x="1" y="-9440"/>
            <a:ext cx="5463152"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11" name="Title 1">
            <a:extLst>
              <a:ext uri="{FF2B5EF4-FFF2-40B4-BE49-F238E27FC236}">
                <a16:creationId xmlns:a16="http://schemas.microsoft.com/office/drawing/2014/main" id="{B2696218-EA6F-DE53-DF14-6383AEA46217}"/>
              </a:ext>
            </a:extLst>
          </p:cNvPr>
          <p:cNvSpPr>
            <a:spLocks noGrp="1"/>
          </p:cNvSpPr>
          <p:nvPr>
            <p:ph type="title"/>
          </p:nvPr>
        </p:nvSpPr>
        <p:spPr>
          <a:xfrm>
            <a:off x="856504" y="891153"/>
            <a:ext cx="2949178" cy="1600200"/>
          </a:xfrm>
        </p:spPr>
        <p:txBody>
          <a:bodyPr anchor="b">
            <a:normAutofit/>
          </a:bodyPr>
          <a:lstStyle>
            <a:lvl1pPr>
              <a:defRPr sz="3200">
                <a:solidFill>
                  <a:schemeClr val="bg1"/>
                </a:solidFill>
              </a:defRPr>
            </a:lvl1pPr>
          </a:lstStyle>
          <a:p>
            <a:r>
              <a:rPr lang="en-US" dirty="0"/>
              <a:t>Click to edit Master title style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856504" y="2491353"/>
            <a:ext cx="2949178" cy="3811588"/>
          </a:xfrm>
        </p:spPr>
        <p:txBody>
          <a:bodyPr>
            <a:normAutofit/>
          </a:bodyPr>
          <a:lstStyle>
            <a:lvl1pPr marL="0" indent="0">
              <a:buNone/>
              <a:defRPr sz="1800" b="0" i="0">
                <a:solidFill>
                  <a:schemeClr val="bg1"/>
                </a:solidFill>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2" name="Footer Placeholder 1">
            <a:extLst>
              <a:ext uri="{FF2B5EF4-FFF2-40B4-BE49-F238E27FC236}">
                <a16:creationId xmlns:a16="http://schemas.microsoft.com/office/drawing/2014/main" id="{6A0ED9A8-0DA3-BC24-94A1-086C8ECA8189}"/>
              </a:ext>
            </a:extLst>
          </p:cNvPr>
          <p:cNvSpPr>
            <a:spLocks noGrp="1"/>
          </p:cNvSpPr>
          <p:nvPr>
            <p:ph type="ftr" sz="quarter" idx="12"/>
          </p:nvPr>
        </p:nvSpPr>
        <p:spPr/>
        <p:txBody>
          <a:bodyPr/>
          <a:lstStyle/>
          <a:p>
            <a:pPr algn="r"/>
            <a:r>
              <a:rPr lang="en-US"/>
              <a:t>3/31/23            ‹#›</a:t>
            </a:r>
            <a:endParaRPr lang="en-US" dirty="0"/>
          </a:p>
        </p:txBody>
      </p:sp>
      <p:pic>
        <p:nvPicPr>
          <p:cNvPr id="7" name="Picture 6">
            <a:extLst>
              <a:ext uri="{FF2B5EF4-FFF2-40B4-BE49-F238E27FC236}">
                <a16:creationId xmlns:a16="http://schemas.microsoft.com/office/drawing/2014/main" id="{7DBDBD18-96E0-3342-A809-2FF8511966F9}"/>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15463748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with Caption - White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4207789" y="-9525"/>
            <a:ext cx="4936211" cy="6892463"/>
          </a:xfrm>
          <a:ln>
            <a:noFill/>
          </a:ln>
        </p:spPr>
        <p:txBody>
          <a:bodyPr/>
          <a:lstStyle/>
          <a:p>
            <a:endParaRPr lang="en-US"/>
          </a:p>
        </p:txBody>
      </p:sp>
      <p:sp>
        <p:nvSpPr>
          <p:cNvPr id="5" name="Rectangle 4">
            <a:extLst>
              <a:ext uri="{FF2B5EF4-FFF2-40B4-BE49-F238E27FC236}">
                <a16:creationId xmlns:a16="http://schemas.microsoft.com/office/drawing/2014/main" id="{3500C207-AC1E-087B-DE95-A55BC82CAF9A}"/>
              </a:ext>
            </a:extLst>
          </p:cNvPr>
          <p:cNvSpPr/>
          <p:nvPr userDrawn="1"/>
        </p:nvSpPr>
        <p:spPr>
          <a:xfrm>
            <a:off x="1" y="0"/>
            <a:ext cx="5463152"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11" name="Title 1">
            <a:extLst>
              <a:ext uri="{FF2B5EF4-FFF2-40B4-BE49-F238E27FC236}">
                <a16:creationId xmlns:a16="http://schemas.microsoft.com/office/drawing/2014/main" id="{B2696218-EA6F-DE53-DF14-6383AEA46217}"/>
              </a:ext>
            </a:extLst>
          </p:cNvPr>
          <p:cNvSpPr>
            <a:spLocks noGrp="1"/>
          </p:cNvSpPr>
          <p:nvPr>
            <p:ph type="title" hasCustomPrompt="1"/>
          </p:nvPr>
        </p:nvSpPr>
        <p:spPr>
          <a:xfrm>
            <a:off x="856504" y="891153"/>
            <a:ext cx="2949178" cy="1600200"/>
          </a:xfrm>
        </p:spPr>
        <p:txBody>
          <a:bodyPr anchor="b">
            <a:normAutofit/>
          </a:bodyPr>
          <a:lstStyle>
            <a:lvl1pPr>
              <a:defRPr sz="3200">
                <a:solidFill>
                  <a:schemeClr val="tx1"/>
                </a:solidFill>
              </a:defRPr>
            </a:lvl1pPr>
          </a:lstStyle>
          <a:p>
            <a:r>
              <a:rPr lang="en-US" dirty="0"/>
              <a:t>Click to add title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856504" y="2491353"/>
            <a:ext cx="2949178" cy="3811588"/>
          </a:xfrm>
        </p:spPr>
        <p:txBody>
          <a:bodyPr>
            <a:normAutofit/>
          </a:bodyPr>
          <a:lstStyle>
            <a:lvl1pPr marL="0" indent="0">
              <a:buNone/>
              <a:defRPr sz="1800" b="0" i="0">
                <a:solidFill>
                  <a:schemeClr val="tx1"/>
                </a:solidFill>
                <a:latin typeface="Acumin Pro" panose="020B0504020202020204" pitchFamily="34"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2" name="Footer Placeholder 1">
            <a:extLst>
              <a:ext uri="{FF2B5EF4-FFF2-40B4-BE49-F238E27FC236}">
                <a16:creationId xmlns:a16="http://schemas.microsoft.com/office/drawing/2014/main" id="{7511E696-D9D7-67E3-048E-80603F311A2E}"/>
              </a:ext>
            </a:extLst>
          </p:cNvPr>
          <p:cNvSpPr>
            <a:spLocks noGrp="1"/>
          </p:cNvSpPr>
          <p:nvPr>
            <p:ph type="ftr" sz="quarter" idx="12"/>
          </p:nvPr>
        </p:nvSpPr>
        <p:spPr/>
        <p:txBody>
          <a:bodyPr/>
          <a:lstStyle/>
          <a:p>
            <a:pPr algn="r"/>
            <a:r>
              <a:rPr lang="en-US"/>
              <a:t>3/31/23            ‹#›</a:t>
            </a:r>
            <a:endParaRPr lang="en-US" dirty="0"/>
          </a:p>
        </p:txBody>
      </p:sp>
      <p:pic>
        <p:nvPicPr>
          <p:cNvPr id="15" name="Picture 14">
            <a:extLst>
              <a:ext uri="{FF2B5EF4-FFF2-40B4-BE49-F238E27FC236}">
                <a16:creationId xmlns:a16="http://schemas.microsoft.com/office/drawing/2014/main" id="{BC21FF41-B1B2-D04A-8A0A-A90E99816036}"/>
              </a:ext>
            </a:extLst>
          </p:cNvPr>
          <p:cNvPicPr>
            <a:picLocks noChangeAspect="1"/>
          </p:cNvPicPr>
          <p:nvPr userDrawn="1"/>
        </p:nvPicPr>
        <p:blipFill>
          <a:blip r:embed="rId2"/>
          <a:stretch>
            <a:fillRect/>
          </a:stretch>
        </p:blipFill>
        <p:spPr>
          <a:xfrm>
            <a:off x="332103" y="6253670"/>
            <a:ext cx="3281538" cy="347457"/>
          </a:xfrm>
          <a:prstGeom prst="rect">
            <a:avLst/>
          </a:prstGeom>
        </p:spPr>
      </p:pic>
    </p:spTree>
    <p:extLst>
      <p:ext uri="{BB962C8B-B14F-4D97-AF65-F5344CB8AC3E}">
        <p14:creationId xmlns:p14="http://schemas.microsoft.com/office/powerpoint/2010/main" val="39415020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nd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7467600" y="0"/>
            <a:ext cx="16764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7466030" y="-9439"/>
            <a:ext cx="168504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603803" y="2466281"/>
            <a:ext cx="5986234" cy="719757"/>
          </a:xfrm>
        </p:spPr>
        <p:txBody>
          <a:bodyPr>
            <a:noAutofit/>
          </a:bodyPr>
          <a:lstStyle>
            <a:lvl1pPr>
              <a:defRPr sz="7200" cap="none">
                <a:solidFill>
                  <a:schemeClr val="bg1"/>
                </a:solidFill>
              </a:defRPr>
            </a:lvl1pPr>
          </a:lstStyle>
          <a:p>
            <a:r>
              <a:rPr lang="en-US" dirty="0"/>
              <a:t>THANK YOU</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693255" y="3434011"/>
            <a:ext cx="5905925" cy="449263"/>
          </a:xfrm>
        </p:spPr>
        <p:txBody>
          <a:bodyPr>
            <a:normAutofit/>
          </a:bodyPr>
          <a:lstStyle>
            <a:lvl1pPr marL="0" indent="0">
              <a:buFontTx/>
              <a:buNone/>
              <a:defRPr sz="1800" b="0" i="0">
                <a:solidFill>
                  <a:schemeClr val="bg2"/>
                </a:solidFill>
                <a:latin typeface="Acumin Pro" panose="020B0504020202020204" pitchFamily="34" charset="77"/>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add contact info</a:t>
            </a:r>
          </a:p>
        </p:txBody>
      </p:sp>
      <p:pic>
        <p:nvPicPr>
          <p:cNvPr id="8" name="Picture 7">
            <a:extLst>
              <a:ext uri="{FF2B5EF4-FFF2-40B4-BE49-F238E27FC236}">
                <a16:creationId xmlns:a16="http://schemas.microsoft.com/office/drawing/2014/main" id="{AE544E4A-5B5C-3341-99E5-E104859854E1}"/>
              </a:ext>
            </a:extLst>
          </p:cNvPr>
          <p:cNvPicPr>
            <a:picLocks noChangeAspect="1"/>
          </p:cNvPicPr>
          <p:nvPr userDrawn="1"/>
        </p:nvPicPr>
        <p:blipFill>
          <a:blip r:embed="rId3"/>
          <a:stretch>
            <a:fillRect/>
          </a:stretch>
        </p:blipFill>
        <p:spPr>
          <a:xfrm>
            <a:off x="756134" y="5839622"/>
            <a:ext cx="4062047" cy="430099"/>
          </a:xfrm>
          <a:prstGeom prst="rect">
            <a:avLst/>
          </a:prstGeom>
        </p:spPr>
      </p:pic>
    </p:spTree>
    <p:extLst>
      <p:ext uri="{BB962C8B-B14F-4D97-AF65-F5344CB8AC3E}">
        <p14:creationId xmlns:p14="http://schemas.microsoft.com/office/powerpoint/2010/main" val="7036539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nd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7467600" y="0"/>
            <a:ext cx="1676400" cy="6858000"/>
          </a:xfrm>
          <a:prstGeom prst="rect">
            <a:avLst/>
          </a:prstGeom>
          <a:noFill/>
        </p:spPr>
      </p:pic>
      <p:sp>
        <p:nvSpPr>
          <p:cNvPr id="3" name="Title 6">
            <a:extLst>
              <a:ext uri="{FF2B5EF4-FFF2-40B4-BE49-F238E27FC236}">
                <a16:creationId xmlns:a16="http://schemas.microsoft.com/office/drawing/2014/main" id="{1648B145-A545-0D6D-AFF0-0F715C90759F}"/>
              </a:ext>
            </a:extLst>
          </p:cNvPr>
          <p:cNvSpPr>
            <a:spLocks noGrp="1"/>
          </p:cNvSpPr>
          <p:nvPr>
            <p:ph type="title" hasCustomPrompt="1"/>
          </p:nvPr>
        </p:nvSpPr>
        <p:spPr>
          <a:xfrm>
            <a:off x="603803" y="2466281"/>
            <a:ext cx="5986234" cy="719757"/>
          </a:xfrm>
        </p:spPr>
        <p:txBody>
          <a:bodyPr>
            <a:noAutofit/>
          </a:bodyPr>
          <a:lstStyle>
            <a:lvl1pPr>
              <a:defRPr sz="7200" cap="none">
                <a:solidFill>
                  <a:schemeClr val="tx1"/>
                </a:solidFill>
              </a:defRPr>
            </a:lvl1pPr>
          </a:lstStyle>
          <a:p>
            <a:r>
              <a:rPr lang="en-US" dirty="0"/>
              <a:t>THANK YOU</a:t>
            </a:r>
          </a:p>
        </p:txBody>
      </p:sp>
      <p:sp>
        <p:nvSpPr>
          <p:cNvPr id="5" name="Text Placeholder 8">
            <a:extLst>
              <a:ext uri="{FF2B5EF4-FFF2-40B4-BE49-F238E27FC236}">
                <a16:creationId xmlns:a16="http://schemas.microsoft.com/office/drawing/2014/main" id="{E3D40940-377F-6BBC-02CB-083B672BF56B}"/>
              </a:ext>
            </a:extLst>
          </p:cNvPr>
          <p:cNvSpPr>
            <a:spLocks noGrp="1"/>
          </p:cNvSpPr>
          <p:nvPr>
            <p:ph type="body" sz="quarter" idx="10" hasCustomPrompt="1"/>
          </p:nvPr>
        </p:nvSpPr>
        <p:spPr>
          <a:xfrm>
            <a:off x="693255" y="3434011"/>
            <a:ext cx="5905925" cy="449263"/>
          </a:xfrm>
        </p:spPr>
        <p:txBody>
          <a:bodyPr>
            <a:normAutofit/>
          </a:bodyPr>
          <a:lstStyle>
            <a:lvl1pPr marL="0" indent="0">
              <a:buFontTx/>
              <a:buNone/>
              <a:defRPr sz="1800" b="0" i="0">
                <a:solidFill>
                  <a:schemeClr val="tx1"/>
                </a:solidFill>
                <a:latin typeface="Acumin Pro" panose="020B0504020202020204" pitchFamily="34" charset="77"/>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add contact info</a:t>
            </a:r>
          </a:p>
        </p:txBody>
      </p:sp>
      <p:pic>
        <p:nvPicPr>
          <p:cNvPr id="7" name="Picture 6">
            <a:extLst>
              <a:ext uri="{FF2B5EF4-FFF2-40B4-BE49-F238E27FC236}">
                <a16:creationId xmlns:a16="http://schemas.microsoft.com/office/drawing/2014/main" id="{5A19E352-9704-594E-BAD1-167251E51BAB}"/>
              </a:ext>
            </a:extLst>
          </p:cNvPr>
          <p:cNvPicPr>
            <a:picLocks noChangeAspect="1"/>
          </p:cNvPicPr>
          <p:nvPr userDrawn="1"/>
        </p:nvPicPr>
        <p:blipFill>
          <a:blip r:embed="rId3"/>
          <a:stretch>
            <a:fillRect/>
          </a:stretch>
        </p:blipFill>
        <p:spPr>
          <a:xfrm>
            <a:off x="756134" y="5839622"/>
            <a:ext cx="4062046" cy="430099"/>
          </a:xfrm>
          <a:prstGeom prst="rect">
            <a:avLst/>
          </a:prstGeom>
        </p:spPr>
      </p:pic>
    </p:spTree>
    <p:extLst>
      <p:ext uri="{BB962C8B-B14F-4D97-AF65-F5344CB8AC3E}">
        <p14:creationId xmlns:p14="http://schemas.microsoft.com/office/powerpoint/2010/main" val="16180253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F19200A-5F39-EB36-4116-B2C1717CC7AD}"/>
              </a:ext>
            </a:extLst>
          </p:cNvPr>
          <p:cNvSpPr>
            <a:spLocks noGrp="1"/>
          </p:cNvSpPr>
          <p:nvPr>
            <p:ph type="ftr" sz="quarter" idx="3"/>
          </p:nvPr>
        </p:nvSpPr>
        <p:spPr>
          <a:xfrm>
            <a:off x="7461174" y="6295058"/>
            <a:ext cx="1339925" cy="323970"/>
          </a:xfrm>
          <a:prstGeom prst="rect">
            <a:avLst/>
          </a:prstGeom>
        </p:spPr>
        <p:txBody>
          <a:bodyPr vert="horz" lIns="91440" tIns="45720" rIns="91440" bIns="45720" rtlCol="0" anchor="ctr"/>
          <a:lstStyle>
            <a:lvl1pPr algn="ctr">
              <a:defRPr sz="1000">
                <a:solidFill>
                  <a:schemeClr val="tx1">
                    <a:tint val="75000"/>
                  </a:schemeClr>
                </a:solidFill>
                <a:latin typeface="Acumin Pro" panose="020B0504020202020204" pitchFamily="34" charset="77"/>
              </a:defRPr>
            </a:lvl1pPr>
          </a:lstStyle>
          <a:p>
            <a:pPr algn="r"/>
            <a:r>
              <a:rPr lang="en-US" dirty="0"/>
              <a:t>3/31/23            </a:t>
            </a:r>
            <a:fld id="{9F076166-0C3B-2C4F-B933-99EF0896CC39}" type="slidenum">
              <a:rPr lang="en-US" smtClean="0"/>
              <a:pPr algn="r"/>
              <a:t>‹#›</a:t>
            </a:fld>
            <a:endParaRPr lang="en-US" dirty="0"/>
          </a:p>
        </p:txBody>
      </p:sp>
      <p:sp>
        <p:nvSpPr>
          <p:cNvPr id="2" name="Title Placeholder 1">
            <a:extLst>
              <a:ext uri="{FF2B5EF4-FFF2-40B4-BE49-F238E27FC236}">
                <a16:creationId xmlns:a16="http://schemas.microsoft.com/office/drawing/2014/main" id="{CAAF61CC-58D4-72CE-66CA-BFE87D085DCB}"/>
              </a:ext>
            </a:extLst>
          </p:cNvPr>
          <p:cNvSpPr>
            <a:spLocks noGrp="1"/>
          </p:cNvSpPr>
          <p:nvPr>
            <p:ph type="title"/>
          </p:nvPr>
        </p:nvSpPr>
        <p:spPr>
          <a:xfrm>
            <a:off x="351064" y="385004"/>
            <a:ext cx="8450036" cy="589032"/>
          </a:xfrm>
          <a:prstGeom prst="rect">
            <a:avLst/>
          </a:prstGeom>
        </p:spPr>
        <p:txBody>
          <a:bodyPr vert="horz" lIns="91440" tIns="45720" rIns="91440" bIns="45720" rtlCol="0" anchor="ctr">
            <a:normAutofit/>
          </a:bodyPr>
          <a:lstStyle/>
          <a:p>
            <a:r>
              <a:rPr lang="en-US" dirty="0"/>
              <a:t>Click to edit Master slide title</a:t>
            </a:r>
          </a:p>
        </p:txBody>
      </p:sp>
      <p:sp>
        <p:nvSpPr>
          <p:cNvPr id="3" name="Text Placeholder 2">
            <a:extLst>
              <a:ext uri="{FF2B5EF4-FFF2-40B4-BE49-F238E27FC236}">
                <a16:creationId xmlns:a16="http://schemas.microsoft.com/office/drawing/2014/main" id="{41FD4295-B2CD-F1FF-F99B-B267D1740FB9}"/>
              </a:ext>
            </a:extLst>
          </p:cNvPr>
          <p:cNvSpPr>
            <a:spLocks noGrp="1"/>
          </p:cNvSpPr>
          <p:nvPr>
            <p:ph type="body" idx="1"/>
          </p:nvPr>
        </p:nvSpPr>
        <p:spPr>
          <a:xfrm>
            <a:off x="351064" y="1192696"/>
            <a:ext cx="8450036" cy="483799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25614813"/>
      </p:ext>
    </p:extLst>
  </p:cSld>
  <p:clrMap bg1="lt1" tx1="dk1" bg2="lt2" tx2="dk2" accent1="accent1" accent2="accent2" accent3="accent3" accent4="accent4" accent5="accent5" accent6="accent6" hlink="hlink" folHlink="folHlink"/>
  <p:sldLayoutIdLst>
    <p:sldLayoutId id="2147483649" r:id="rId1"/>
    <p:sldLayoutId id="2147483686" r:id="rId2"/>
    <p:sldLayoutId id="2147483702" r:id="rId3"/>
    <p:sldLayoutId id="2147483708" r:id="rId4"/>
    <p:sldLayoutId id="2147483687" r:id="rId5"/>
    <p:sldLayoutId id="2147483714" r:id="rId6"/>
    <p:sldLayoutId id="2147483688" r:id="rId7"/>
    <p:sldLayoutId id="2147483650" r:id="rId8"/>
    <p:sldLayoutId id="2147483701" r:id="rId9"/>
    <p:sldLayoutId id="2147483711" r:id="rId10"/>
    <p:sldLayoutId id="2147483712" r:id="rId11"/>
    <p:sldLayoutId id="2147483656" r:id="rId12"/>
    <p:sldLayoutId id="2147483706" r:id="rId13"/>
    <p:sldLayoutId id="2147483705" r:id="rId14"/>
    <p:sldLayoutId id="2147483707" r:id="rId15"/>
    <p:sldLayoutId id="2147483713" r:id="rId16"/>
    <p:sldLayoutId id="2147483709" r:id="rId17"/>
    <p:sldLayoutId id="2147483710" r:id="rId18"/>
    <p:sldLayoutId id="2147483653" r:id="rId19"/>
    <p:sldLayoutId id="2147483690" r:id="rId20"/>
    <p:sldLayoutId id="2147483704" r:id="rId21"/>
    <p:sldLayoutId id="2147483692" r:id="rId22"/>
    <p:sldLayoutId id="2147483693" r:id="rId23"/>
    <p:sldLayoutId id="2147483691" r:id="rId24"/>
    <p:sldLayoutId id="2147483703" r:id="rId25"/>
  </p:sldLayoutIdLst>
  <p:hf sldNum="0" hdr="0" dt="0"/>
  <p:txStyles>
    <p:titleStyle>
      <a:lvl1pPr algn="l" defTabSz="685800" rtl="0" eaLnBrk="1" fontAlgn="b" latinLnBrk="0" hangingPunct="1">
        <a:lnSpc>
          <a:spcPct val="90000"/>
        </a:lnSpc>
        <a:spcBef>
          <a:spcPct val="0"/>
        </a:spcBef>
        <a:buNone/>
        <a:defRPr lang="en-US" sz="3600" b="1" i="1" kern="1200" cap="none" baseline="0" dirty="0">
          <a:solidFill>
            <a:schemeClr val="tx1"/>
          </a:solidFill>
          <a:latin typeface="Acumin Pro Condensed Semibold" panose="020B0506020202020204" pitchFamily="34" charset="77"/>
          <a:ea typeface="+mj-ea"/>
          <a:cs typeface="+mj-cs"/>
        </a:defRPr>
      </a:lvl1pPr>
    </p:titleStyle>
    <p:bodyStyle>
      <a:lvl1pPr marL="171450" indent="-171450" algn="l" defTabSz="685800" rtl="0" eaLnBrk="1" latinLnBrk="0" hangingPunct="1">
        <a:lnSpc>
          <a:spcPct val="90000"/>
        </a:lnSpc>
        <a:spcBef>
          <a:spcPts val="750"/>
        </a:spcBef>
        <a:buFont typeface="Wingdings" pitchFamily="2" charset="2"/>
        <a:buChar char="§"/>
        <a:defRPr sz="1800" b="0" i="0" kern="1200" baseline="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itchFamily="2" charset="2"/>
        <a:buChar char="§"/>
        <a:defRPr sz="1700" b="0" i="0" kern="1200" baseline="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itchFamily="2" charset="2"/>
        <a:buChar char="§"/>
        <a:defRPr sz="1600" b="0" i="0" kern="1200" baseline="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itchFamily="2" charset="2"/>
        <a:buChar char="§"/>
        <a:defRPr sz="1200" b="0" i="0" kern="1200" baseline="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Wingdings" pitchFamily="2" charset="2"/>
        <a:buNone/>
        <a:defRPr sz="1050" b="0" i="0" kern="120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hyperlink" Target="https://doi.org/10.1109/LSENS.2025.3639618" TargetMode="Externa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09A7-CF48-9701-322A-A0BBD1C2F6CD}"/>
              </a:ext>
            </a:extLst>
          </p:cNvPr>
          <p:cNvSpPr>
            <a:spLocks noGrp="1"/>
          </p:cNvSpPr>
          <p:nvPr>
            <p:ph type="title"/>
          </p:nvPr>
        </p:nvSpPr>
        <p:spPr/>
        <p:txBody>
          <a:bodyPr/>
          <a:lstStyle/>
          <a:p>
            <a:r>
              <a:rPr lang="en-US" b="1" dirty="0">
                <a:latin typeface="Acumin Pro Condensed Semibold" panose="020B0506020202020204" pitchFamily="34" charset="77"/>
              </a:rPr>
              <a:t>Week </a:t>
            </a:r>
            <a:r>
              <a:rPr lang="en-US" dirty="0"/>
              <a:t>8</a:t>
            </a:r>
            <a:endParaRPr lang="en-US" b="1" dirty="0">
              <a:latin typeface="Acumin Pro Condensed Semibold" panose="020B0506020202020204" pitchFamily="34" charset="77"/>
            </a:endParaRPr>
          </a:p>
        </p:txBody>
      </p:sp>
      <p:sp>
        <p:nvSpPr>
          <p:cNvPr id="3" name="Text Placeholder 2">
            <a:extLst>
              <a:ext uri="{FF2B5EF4-FFF2-40B4-BE49-F238E27FC236}">
                <a16:creationId xmlns:a16="http://schemas.microsoft.com/office/drawing/2014/main" id="{5991BF94-59A9-105F-273E-B29E440F2501}"/>
              </a:ext>
            </a:extLst>
          </p:cNvPr>
          <p:cNvSpPr>
            <a:spLocks noGrp="1"/>
          </p:cNvSpPr>
          <p:nvPr>
            <p:ph type="body" sz="quarter" idx="10"/>
          </p:nvPr>
        </p:nvSpPr>
        <p:spPr/>
        <p:txBody>
          <a:bodyPr/>
          <a:lstStyle/>
          <a:p>
            <a:r>
              <a:rPr lang="en-US" dirty="0">
                <a:solidFill>
                  <a:schemeClr val="bg2"/>
                </a:solidFill>
              </a:rPr>
              <a:t>Keel Bone Chicken Project</a:t>
            </a:r>
          </a:p>
        </p:txBody>
      </p:sp>
      <p:sp>
        <p:nvSpPr>
          <p:cNvPr id="4" name="Text Placeholder 3">
            <a:extLst>
              <a:ext uri="{FF2B5EF4-FFF2-40B4-BE49-F238E27FC236}">
                <a16:creationId xmlns:a16="http://schemas.microsoft.com/office/drawing/2014/main" id="{0C218A17-096C-AED1-C745-D58ECF2EFEFF}"/>
              </a:ext>
            </a:extLst>
          </p:cNvPr>
          <p:cNvSpPr>
            <a:spLocks noGrp="1"/>
          </p:cNvSpPr>
          <p:nvPr>
            <p:ph type="body" sz="quarter" idx="11"/>
          </p:nvPr>
        </p:nvSpPr>
        <p:spPr/>
        <p:txBody>
          <a:bodyPr/>
          <a:lstStyle/>
          <a:p>
            <a:r>
              <a:rPr lang="en-US" dirty="0"/>
              <a:t>07/20/26</a:t>
            </a:r>
          </a:p>
        </p:txBody>
      </p:sp>
    </p:spTree>
    <p:extLst>
      <p:ext uri="{BB962C8B-B14F-4D97-AF65-F5344CB8AC3E}">
        <p14:creationId xmlns:p14="http://schemas.microsoft.com/office/powerpoint/2010/main" val="4154997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D8EB3F-62C8-9AC5-2CE0-70DBBE67BD34}"/>
              </a:ext>
            </a:extLst>
          </p:cNvPr>
          <p:cNvSpPr>
            <a:spLocks noGrp="1"/>
          </p:cNvSpPr>
          <p:nvPr>
            <p:ph type="body" sz="quarter" idx="11"/>
          </p:nvPr>
        </p:nvSpPr>
        <p:spPr/>
        <p:txBody>
          <a:bodyPr/>
          <a:lstStyle/>
          <a:p>
            <a:r>
              <a:rPr lang="en-US" dirty="0"/>
              <a:t>Weekly Progress</a:t>
            </a:r>
          </a:p>
        </p:txBody>
      </p:sp>
      <p:sp>
        <p:nvSpPr>
          <p:cNvPr id="3" name="Text Placeholder 2">
            <a:extLst>
              <a:ext uri="{FF2B5EF4-FFF2-40B4-BE49-F238E27FC236}">
                <a16:creationId xmlns:a16="http://schemas.microsoft.com/office/drawing/2014/main" id="{8D7F1C29-FDCE-BED1-CD5A-C89760CA96F7}"/>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Paper Updates</a:t>
            </a:r>
          </a:p>
          <a:p>
            <a:pPr marL="628650" lvl="1" indent="-285750">
              <a:buFont typeface="Arial" panose="020B0604020202020204" pitchFamily="34" charset="0"/>
              <a:buChar char="•"/>
            </a:pPr>
            <a:r>
              <a:rPr lang="en-US" dirty="0"/>
              <a:t>Revisions to make</a:t>
            </a:r>
          </a:p>
          <a:p>
            <a:pPr marL="285750" indent="-285750">
              <a:buFont typeface="Arial" panose="020B0604020202020204" pitchFamily="34" charset="0"/>
              <a:buChar char="•"/>
            </a:pPr>
            <a:r>
              <a:rPr lang="en-US" dirty="0"/>
              <a:t>Sensor Updates</a:t>
            </a:r>
          </a:p>
          <a:p>
            <a:pPr marL="628650" lvl="1" indent="-285750">
              <a:buFont typeface="Arial" panose="020B0604020202020204" pitchFamily="34" charset="0"/>
              <a:buChar char="•"/>
            </a:pPr>
            <a:r>
              <a:rPr lang="en-US" dirty="0"/>
              <a:t>Wires work, but only momentarily</a:t>
            </a:r>
          </a:p>
          <a:p>
            <a:pPr marL="285750" indent="-285750">
              <a:buFont typeface="Arial" panose="020B0604020202020204" pitchFamily="34" charset="0"/>
              <a:buChar char="•"/>
            </a:pPr>
            <a:r>
              <a:rPr lang="en-US" dirty="0"/>
              <a:t>PCB Updates</a:t>
            </a:r>
          </a:p>
          <a:p>
            <a:pPr marL="628650" lvl="1" indent="-285750">
              <a:buFont typeface="Arial" panose="020B0604020202020204" pitchFamily="34" charset="0"/>
              <a:buChar char="•"/>
            </a:pPr>
            <a:r>
              <a:rPr lang="en-US" dirty="0"/>
              <a:t>Order number given</a:t>
            </a:r>
          </a:p>
          <a:p>
            <a:pPr marL="285750" indent="-285750">
              <a:buFont typeface="Arial" panose="020B0604020202020204" pitchFamily="34" charset="0"/>
              <a:buChar char="•"/>
            </a:pPr>
            <a:r>
              <a:rPr lang="en-US" dirty="0"/>
              <a:t>Next Week</a:t>
            </a:r>
          </a:p>
          <a:p>
            <a:pPr marL="628650" lvl="1" indent="-285750">
              <a:buFont typeface="Arial" panose="020B0604020202020204" pitchFamily="34" charset="0"/>
              <a:buChar char="•"/>
            </a:pPr>
            <a:endParaRPr lang="en-US" dirty="0"/>
          </a:p>
          <a:p>
            <a:pPr marL="6286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628650" lvl="1" indent="-285750">
              <a:buFont typeface="Arial" panose="020B0604020202020204" pitchFamily="34" charset="0"/>
              <a:buChar char="•"/>
            </a:pPr>
            <a:endParaRPr lang="en-US" dirty="0"/>
          </a:p>
          <a:p>
            <a:pPr marL="628650" lvl="1" indent="-285750">
              <a:buFont typeface="Arial" panose="020B0604020202020204" pitchFamily="34" charset="0"/>
              <a:buChar char="•"/>
            </a:pPr>
            <a:endParaRPr lang="en-US" dirty="0"/>
          </a:p>
        </p:txBody>
      </p:sp>
      <p:sp>
        <p:nvSpPr>
          <p:cNvPr id="4" name="Title 3">
            <a:extLst>
              <a:ext uri="{FF2B5EF4-FFF2-40B4-BE49-F238E27FC236}">
                <a16:creationId xmlns:a16="http://schemas.microsoft.com/office/drawing/2014/main" id="{4D583019-436C-2C67-C2A5-1274BCF96AC2}"/>
              </a:ext>
            </a:extLst>
          </p:cNvPr>
          <p:cNvSpPr>
            <a:spLocks noGrp="1"/>
          </p:cNvSpPr>
          <p:nvPr>
            <p:ph type="title"/>
          </p:nvPr>
        </p:nvSpPr>
        <p:spPr/>
        <p:txBody>
          <a:bodyPr/>
          <a:lstStyle/>
          <a:p>
            <a:r>
              <a:rPr lang="en-US" dirty="0"/>
              <a:t>This Week</a:t>
            </a:r>
          </a:p>
        </p:txBody>
      </p:sp>
      <p:sp>
        <p:nvSpPr>
          <p:cNvPr id="5" name="Footer Placeholder 4">
            <a:extLst>
              <a:ext uri="{FF2B5EF4-FFF2-40B4-BE49-F238E27FC236}">
                <a16:creationId xmlns:a16="http://schemas.microsoft.com/office/drawing/2014/main" id="{696398AA-5631-3872-C08C-B7AA27779D3A}"/>
              </a:ext>
            </a:extLst>
          </p:cNvPr>
          <p:cNvSpPr>
            <a:spLocks noGrp="1"/>
          </p:cNvSpPr>
          <p:nvPr>
            <p:ph type="ftr" sz="quarter" idx="12"/>
          </p:nvPr>
        </p:nvSpPr>
        <p:spPr/>
        <p:txBody>
          <a:bodyPr/>
          <a:lstStyle/>
          <a:p>
            <a:pPr algn="r"/>
            <a:r>
              <a:rPr lang="en-US" dirty="0"/>
              <a:t>2/8</a:t>
            </a:r>
          </a:p>
        </p:txBody>
      </p:sp>
    </p:spTree>
    <p:extLst>
      <p:ext uri="{BB962C8B-B14F-4D97-AF65-F5344CB8AC3E}">
        <p14:creationId xmlns:p14="http://schemas.microsoft.com/office/powerpoint/2010/main" val="834843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043567-CB61-78A5-7075-B7EDEDB5B322}"/>
              </a:ext>
            </a:extLst>
          </p:cNvPr>
          <p:cNvSpPr>
            <a:spLocks noGrp="1"/>
          </p:cNvSpPr>
          <p:nvPr>
            <p:ph type="body" sz="quarter" idx="11"/>
          </p:nvPr>
        </p:nvSpPr>
        <p:spPr/>
        <p:txBody>
          <a:bodyPr/>
          <a:lstStyle/>
          <a:p>
            <a:r>
              <a:rPr lang="en-US" dirty="0"/>
              <a:t>Revisions to make</a:t>
            </a:r>
          </a:p>
        </p:txBody>
      </p:sp>
      <p:sp>
        <p:nvSpPr>
          <p:cNvPr id="3" name="Text Placeholder 2">
            <a:extLst>
              <a:ext uri="{FF2B5EF4-FFF2-40B4-BE49-F238E27FC236}">
                <a16:creationId xmlns:a16="http://schemas.microsoft.com/office/drawing/2014/main" id="{021B584A-76B4-24F1-B13D-FA068486FBC2}"/>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Got revisions to make to the paper</a:t>
            </a:r>
          </a:p>
          <a:p>
            <a:pPr marL="285750" indent="-285750">
              <a:buFont typeface="Arial" panose="020B0604020202020204" pitchFamily="34" charset="0"/>
              <a:buChar char="•"/>
            </a:pPr>
            <a:r>
              <a:rPr lang="en-US" dirty="0"/>
              <a:t>Board said paper was almost there; just needed to make some changes</a:t>
            </a:r>
          </a:p>
          <a:p>
            <a:pPr marL="285750" indent="-285750">
              <a:buFont typeface="Arial" panose="020B0604020202020204" pitchFamily="34" charset="0"/>
              <a:buChar char="•"/>
            </a:pPr>
            <a:r>
              <a:rPr lang="en-US" dirty="0"/>
              <a:t>Wanted your opinion on whether this is feasible [Due July 28</a:t>
            </a:r>
            <a:r>
              <a:rPr lang="en-US" baseline="30000" dirty="0"/>
              <a:t>th</a:t>
            </a:r>
            <a:r>
              <a:rPr lang="en-US" dirty="0"/>
              <a:t> at the latest]</a:t>
            </a:r>
          </a:p>
        </p:txBody>
      </p:sp>
      <p:sp>
        <p:nvSpPr>
          <p:cNvPr id="4" name="Title 3">
            <a:extLst>
              <a:ext uri="{FF2B5EF4-FFF2-40B4-BE49-F238E27FC236}">
                <a16:creationId xmlns:a16="http://schemas.microsoft.com/office/drawing/2014/main" id="{558EE7BC-7504-BB26-07C9-9D138A508200}"/>
              </a:ext>
            </a:extLst>
          </p:cNvPr>
          <p:cNvSpPr>
            <a:spLocks noGrp="1"/>
          </p:cNvSpPr>
          <p:nvPr>
            <p:ph type="title"/>
          </p:nvPr>
        </p:nvSpPr>
        <p:spPr/>
        <p:txBody>
          <a:bodyPr/>
          <a:lstStyle/>
          <a:p>
            <a:r>
              <a:rPr lang="en-US" dirty="0"/>
              <a:t>Paper Updates</a:t>
            </a:r>
          </a:p>
        </p:txBody>
      </p:sp>
      <p:sp>
        <p:nvSpPr>
          <p:cNvPr id="5" name="Footer Placeholder 4">
            <a:extLst>
              <a:ext uri="{FF2B5EF4-FFF2-40B4-BE49-F238E27FC236}">
                <a16:creationId xmlns:a16="http://schemas.microsoft.com/office/drawing/2014/main" id="{8CFDA8EA-4045-4D49-22AA-9A40C029B864}"/>
              </a:ext>
            </a:extLst>
          </p:cNvPr>
          <p:cNvSpPr>
            <a:spLocks noGrp="1"/>
          </p:cNvSpPr>
          <p:nvPr>
            <p:ph type="ftr" sz="quarter" idx="12"/>
          </p:nvPr>
        </p:nvSpPr>
        <p:spPr/>
        <p:txBody>
          <a:bodyPr/>
          <a:lstStyle/>
          <a:p>
            <a:pPr algn="r"/>
            <a:r>
              <a:rPr lang="en-US"/>
              <a:t>3/31/23            ‹#›</a:t>
            </a:r>
            <a:endParaRPr lang="en-US" dirty="0"/>
          </a:p>
        </p:txBody>
      </p:sp>
    </p:spTree>
    <p:extLst>
      <p:ext uri="{BB962C8B-B14F-4D97-AF65-F5344CB8AC3E}">
        <p14:creationId xmlns:p14="http://schemas.microsoft.com/office/powerpoint/2010/main" val="2388120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9DE56-A953-EAE2-F29A-3C2D42E6469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C75F3A3-CBD5-63AF-55C6-19779E168B76}"/>
              </a:ext>
            </a:extLst>
          </p:cNvPr>
          <p:cNvSpPr>
            <a:spLocks noGrp="1"/>
          </p:cNvSpPr>
          <p:nvPr>
            <p:ph type="body" sz="quarter" idx="11"/>
          </p:nvPr>
        </p:nvSpPr>
        <p:spPr/>
        <p:txBody>
          <a:bodyPr/>
          <a:lstStyle/>
          <a:p>
            <a:r>
              <a:rPr lang="en-US" dirty="0"/>
              <a:t>Revisions to make</a:t>
            </a:r>
          </a:p>
        </p:txBody>
      </p:sp>
      <p:sp>
        <p:nvSpPr>
          <p:cNvPr id="3" name="Text Placeholder 2">
            <a:extLst>
              <a:ext uri="{FF2B5EF4-FFF2-40B4-BE49-F238E27FC236}">
                <a16:creationId xmlns:a16="http://schemas.microsoft.com/office/drawing/2014/main" id="{45A706FC-D2F3-E1F4-2EB4-D95EC52150D2}"/>
              </a:ext>
            </a:extLst>
          </p:cNvPr>
          <p:cNvSpPr>
            <a:spLocks noGrp="1"/>
          </p:cNvSpPr>
          <p:nvPr>
            <p:ph type="body" sz="quarter" idx="10"/>
          </p:nvPr>
        </p:nvSpPr>
        <p:spPr/>
        <p:txBody>
          <a:bodyPr/>
          <a:lstStyle/>
          <a:p>
            <a:r>
              <a:rPr lang="en-US" dirty="0"/>
              <a:t>Editors Comments:</a:t>
            </a:r>
          </a:p>
          <a:p>
            <a:r>
              <a:rPr lang="en-US" dirty="0"/>
              <a:t>Though the topic is interesting and relevant, the manuscript requires significant revision before it can be considered further. Circuit diagrams, PCB layouts, and bills of material are more adequate for a project report than for a paper in a scientific journal. We would rather expect more experimental results and particularly analysis of the acquired data. If you have done this in the meantime, please include it in the revised paper. Otherwise it might be more promising to resubmit it to the conference.</a:t>
            </a:r>
          </a:p>
        </p:txBody>
      </p:sp>
      <p:sp>
        <p:nvSpPr>
          <p:cNvPr id="4" name="Title 3">
            <a:extLst>
              <a:ext uri="{FF2B5EF4-FFF2-40B4-BE49-F238E27FC236}">
                <a16:creationId xmlns:a16="http://schemas.microsoft.com/office/drawing/2014/main" id="{A5D77AD8-4DF7-60DB-2B5B-3530DD0FAA2A}"/>
              </a:ext>
            </a:extLst>
          </p:cNvPr>
          <p:cNvSpPr>
            <a:spLocks noGrp="1"/>
          </p:cNvSpPr>
          <p:nvPr>
            <p:ph type="title"/>
          </p:nvPr>
        </p:nvSpPr>
        <p:spPr/>
        <p:txBody>
          <a:bodyPr/>
          <a:lstStyle/>
          <a:p>
            <a:r>
              <a:rPr lang="en-US" dirty="0"/>
              <a:t>Paper Updates</a:t>
            </a:r>
          </a:p>
        </p:txBody>
      </p:sp>
      <p:sp>
        <p:nvSpPr>
          <p:cNvPr id="5" name="Footer Placeholder 4">
            <a:extLst>
              <a:ext uri="{FF2B5EF4-FFF2-40B4-BE49-F238E27FC236}">
                <a16:creationId xmlns:a16="http://schemas.microsoft.com/office/drawing/2014/main" id="{841DEE26-4F58-E5E2-E2ED-31EA6128C79A}"/>
              </a:ext>
            </a:extLst>
          </p:cNvPr>
          <p:cNvSpPr>
            <a:spLocks noGrp="1"/>
          </p:cNvSpPr>
          <p:nvPr>
            <p:ph type="ftr" sz="quarter" idx="12"/>
          </p:nvPr>
        </p:nvSpPr>
        <p:spPr/>
        <p:txBody>
          <a:bodyPr/>
          <a:lstStyle/>
          <a:p>
            <a:pPr algn="r"/>
            <a:r>
              <a:rPr lang="en-US"/>
              <a:t>3/31/23            ‹#›</a:t>
            </a:r>
            <a:endParaRPr lang="en-US" dirty="0"/>
          </a:p>
        </p:txBody>
      </p:sp>
    </p:spTree>
    <p:extLst>
      <p:ext uri="{BB962C8B-B14F-4D97-AF65-F5344CB8AC3E}">
        <p14:creationId xmlns:p14="http://schemas.microsoft.com/office/powerpoint/2010/main" val="3610573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28DE5-23EE-3B2F-6F3C-015390A0F8E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D47CD60-60DD-EF89-624A-2A8200D3795D}"/>
              </a:ext>
            </a:extLst>
          </p:cNvPr>
          <p:cNvSpPr>
            <a:spLocks noGrp="1"/>
          </p:cNvSpPr>
          <p:nvPr>
            <p:ph type="body" sz="quarter" idx="11"/>
          </p:nvPr>
        </p:nvSpPr>
        <p:spPr/>
        <p:txBody>
          <a:bodyPr/>
          <a:lstStyle/>
          <a:p>
            <a:r>
              <a:rPr lang="en-US" dirty="0"/>
              <a:t>Revisions to make</a:t>
            </a:r>
          </a:p>
        </p:txBody>
      </p:sp>
      <p:sp>
        <p:nvSpPr>
          <p:cNvPr id="3" name="Text Placeholder 2">
            <a:extLst>
              <a:ext uri="{FF2B5EF4-FFF2-40B4-BE49-F238E27FC236}">
                <a16:creationId xmlns:a16="http://schemas.microsoft.com/office/drawing/2014/main" id="{06CBC953-A555-9F6D-5F4B-35F7E35DC240}"/>
              </a:ext>
            </a:extLst>
          </p:cNvPr>
          <p:cNvSpPr>
            <a:spLocks noGrp="1"/>
          </p:cNvSpPr>
          <p:nvPr>
            <p:ph type="body" sz="quarter" idx="10"/>
          </p:nvPr>
        </p:nvSpPr>
        <p:spPr/>
        <p:txBody>
          <a:bodyPr/>
          <a:lstStyle/>
          <a:p>
            <a:r>
              <a:rPr lang="en-US" dirty="0"/>
              <a:t>Comments to the Author:</a:t>
            </a:r>
            <a:br>
              <a:rPr lang="en-US" dirty="0"/>
            </a:br>
            <a:endParaRPr lang="en-US" dirty="0"/>
          </a:p>
          <a:p>
            <a:pPr marL="285750" indent="-285750">
              <a:buFont typeface="Arial" panose="020B0604020202020204" pitchFamily="34" charset="0"/>
              <a:buChar char="•"/>
            </a:pPr>
            <a:r>
              <a:rPr lang="en-US" dirty="0"/>
              <a:t>Please revise and resubmit</a:t>
            </a:r>
          </a:p>
          <a:p>
            <a:pPr marL="285750" indent="-285750">
              <a:buFont typeface="Arial" panose="020B0604020202020204" pitchFamily="34" charset="0"/>
              <a:buChar char="•"/>
            </a:pPr>
            <a:r>
              <a:rPr lang="en-US" dirty="0"/>
              <a:t>The manuscript presents the development of a data collection device for monitoring hens.</a:t>
            </a:r>
          </a:p>
          <a:p>
            <a:endParaRPr lang="en-US" dirty="0"/>
          </a:p>
          <a:p>
            <a:r>
              <a:rPr lang="en-US" dirty="0"/>
              <a:t>Modifications:</a:t>
            </a:r>
          </a:p>
          <a:p>
            <a:endParaRPr lang="en-US" dirty="0"/>
          </a:p>
        </p:txBody>
      </p:sp>
      <p:sp>
        <p:nvSpPr>
          <p:cNvPr id="4" name="Title 3">
            <a:extLst>
              <a:ext uri="{FF2B5EF4-FFF2-40B4-BE49-F238E27FC236}">
                <a16:creationId xmlns:a16="http://schemas.microsoft.com/office/drawing/2014/main" id="{3BDA11D0-B39D-E722-FB14-D4C4A75D58ED}"/>
              </a:ext>
            </a:extLst>
          </p:cNvPr>
          <p:cNvSpPr>
            <a:spLocks noGrp="1"/>
          </p:cNvSpPr>
          <p:nvPr>
            <p:ph type="title"/>
          </p:nvPr>
        </p:nvSpPr>
        <p:spPr/>
        <p:txBody>
          <a:bodyPr/>
          <a:lstStyle/>
          <a:p>
            <a:r>
              <a:rPr lang="en-US" dirty="0"/>
              <a:t>Paper Updates</a:t>
            </a:r>
          </a:p>
        </p:txBody>
      </p:sp>
      <p:sp>
        <p:nvSpPr>
          <p:cNvPr id="5" name="Footer Placeholder 4">
            <a:extLst>
              <a:ext uri="{FF2B5EF4-FFF2-40B4-BE49-F238E27FC236}">
                <a16:creationId xmlns:a16="http://schemas.microsoft.com/office/drawing/2014/main" id="{F0411A73-B08E-CA31-7EAA-CFE203BE6E23}"/>
              </a:ext>
            </a:extLst>
          </p:cNvPr>
          <p:cNvSpPr>
            <a:spLocks noGrp="1"/>
          </p:cNvSpPr>
          <p:nvPr>
            <p:ph type="ftr" sz="quarter" idx="12"/>
          </p:nvPr>
        </p:nvSpPr>
        <p:spPr/>
        <p:txBody>
          <a:bodyPr/>
          <a:lstStyle/>
          <a:p>
            <a:pPr algn="r"/>
            <a:r>
              <a:rPr lang="en-US"/>
              <a:t>3/31/23            ‹#›</a:t>
            </a:r>
            <a:endParaRPr lang="en-US" dirty="0"/>
          </a:p>
        </p:txBody>
      </p:sp>
    </p:spTree>
    <p:extLst>
      <p:ext uri="{BB962C8B-B14F-4D97-AF65-F5344CB8AC3E}">
        <p14:creationId xmlns:p14="http://schemas.microsoft.com/office/powerpoint/2010/main" val="381401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F4969-EDC1-3760-9FD4-4AECA6E816F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2A4E254-ECB2-3731-96EB-3EB4CD94184E}"/>
              </a:ext>
            </a:extLst>
          </p:cNvPr>
          <p:cNvSpPr>
            <a:spLocks noGrp="1"/>
          </p:cNvSpPr>
          <p:nvPr>
            <p:ph type="body" sz="quarter" idx="11"/>
          </p:nvPr>
        </p:nvSpPr>
        <p:spPr/>
        <p:txBody>
          <a:bodyPr/>
          <a:lstStyle/>
          <a:p>
            <a:r>
              <a:rPr lang="en-US" dirty="0"/>
              <a:t>Revisions to make</a:t>
            </a:r>
          </a:p>
        </p:txBody>
      </p:sp>
      <p:sp>
        <p:nvSpPr>
          <p:cNvPr id="3" name="Text Placeholder 2">
            <a:extLst>
              <a:ext uri="{FF2B5EF4-FFF2-40B4-BE49-F238E27FC236}">
                <a16:creationId xmlns:a16="http://schemas.microsoft.com/office/drawing/2014/main" id="{26E81D45-4F24-8A35-979A-94243490F241}"/>
              </a:ext>
            </a:extLst>
          </p:cNvPr>
          <p:cNvSpPr>
            <a:spLocks noGrp="1"/>
          </p:cNvSpPr>
          <p:nvPr>
            <p:ph type="body" sz="quarter" idx="10"/>
          </p:nvPr>
        </p:nvSpPr>
        <p:spPr/>
        <p:txBody>
          <a:bodyPr/>
          <a:lstStyle/>
          <a:p>
            <a:r>
              <a:rPr lang="en-US" dirty="0"/>
              <a:t>Modifications:</a:t>
            </a:r>
          </a:p>
          <a:p>
            <a:pPr marL="342900" indent="-342900">
              <a:buFont typeface="+mj-lt"/>
              <a:buAutoNum type="arabicPeriod"/>
            </a:pPr>
            <a:r>
              <a:rPr lang="en-US" dirty="0"/>
              <a:t>The signal processing and data analytics aspects are relatively limited, with the results primarily presented through qualitative graphical observations</a:t>
            </a:r>
          </a:p>
          <a:p>
            <a:pPr marL="342900" indent="-342900">
              <a:buFont typeface="+mj-lt"/>
              <a:buAutoNum type="arabicPeriod"/>
            </a:pPr>
            <a:r>
              <a:rPr lang="en-US" dirty="0"/>
              <a:t>Let say the contribution is meant to be mainly lie in the electronic and hardware design rather than in data analysis, from an electronic system design perspective, several practical considerations are still insufficiently addressed. [Next Slide]</a:t>
            </a:r>
          </a:p>
        </p:txBody>
      </p:sp>
      <p:sp>
        <p:nvSpPr>
          <p:cNvPr id="4" name="Title 3">
            <a:extLst>
              <a:ext uri="{FF2B5EF4-FFF2-40B4-BE49-F238E27FC236}">
                <a16:creationId xmlns:a16="http://schemas.microsoft.com/office/drawing/2014/main" id="{1962D9FC-9E5B-E74B-4159-FBBBA0DF0E32}"/>
              </a:ext>
            </a:extLst>
          </p:cNvPr>
          <p:cNvSpPr>
            <a:spLocks noGrp="1"/>
          </p:cNvSpPr>
          <p:nvPr>
            <p:ph type="title"/>
          </p:nvPr>
        </p:nvSpPr>
        <p:spPr/>
        <p:txBody>
          <a:bodyPr/>
          <a:lstStyle/>
          <a:p>
            <a:r>
              <a:rPr lang="en-US" dirty="0"/>
              <a:t>Paper Updates</a:t>
            </a:r>
          </a:p>
        </p:txBody>
      </p:sp>
      <p:sp>
        <p:nvSpPr>
          <p:cNvPr id="5" name="Footer Placeholder 4">
            <a:extLst>
              <a:ext uri="{FF2B5EF4-FFF2-40B4-BE49-F238E27FC236}">
                <a16:creationId xmlns:a16="http://schemas.microsoft.com/office/drawing/2014/main" id="{3AB44E8A-9252-7CBF-B8C1-75B6A9A5FB78}"/>
              </a:ext>
            </a:extLst>
          </p:cNvPr>
          <p:cNvSpPr>
            <a:spLocks noGrp="1"/>
          </p:cNvSpPr>
          <p:nvPr>
            <p:ph type="ftr" sz="quarter" idx="12"/>
          </p:nvPr>
        </p:nvSpPr>
        <p:spPr/>
        <p:txBody>
          <a:bodyPr/>
          <a:lstStyle/>
          <a:p>
            <a:pPr algn="r"/>
            <a:r>
              <a:rPr lang="en-US"/>
              <a:t>3/31/23            ‹#›</a:t>
            </a:r>
            <a:endParaRPr lang="en-US" dirty="0"/>
          </a:p>
        </p:txBody>
      </p:sp>
    </p:spTree>
    <p:extLst>
      <p:ext uri="{BB962C8B-B14F-4D97-AF65-F5344CB8AC3E}">
        <p14:creationId xmlns:p14="http://schemas.microsoft.com/office/powerpoint/2010/main" val="1387340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804F0-EDAC-6DAB-CA68-D817D3AF15F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2E44053-B6FE-FFBF-F383-3F1B26AB429A}"/>
              </a:ext>
            </a:extLst>
          </p:cNvPr>
          <p:cNvSpPr>
            <a:spLocks noGrp="1"/>
          </p:cNvSpPr>
          <p:nvPr>
            <p:ph type="body" sz="quarter" idx="11"/>
          </p:nvPr>
        </p:nvSpPr>
        <p:spPr/>
        <p:txBody>
          <a:bodyPr/>
          <a:lstStyle/>
          <a:p>
            <a:r>
              <a:rPr lang="en-US" dirty="0"/>
              <a:t>Revisions to make</a:t>
            </a:r>
          </a:p>
        </p:txBody>
      </p:sp>
      <p:sp>
        <p:nvSpPr>
          <p:cNvPr id="3" name="Text Placeholder 2">
            <a:extLst>
              <a:ext uri="{FF2B5EF4-FFF2-40B4-BE49-F238E27FC236}">
                <a16:creationId xmlns:a16="http://schemas.microsoft.com/office/drawing/2014/main" id="{B007F218-E890-7090-4FFA-6B3997A1C601}"/>
              </a:ext>
            </a:extLst>
          </p:cNvPr>
          <p:cNvSpPr>
            <a:spLocks noGrp="1"/>
          </p:cNvSpPr>
          <p:nvPr>
            <p:ph type="body" sz="quarter" idx="10"/>
          </p:nvPr>
        </p:nvSpPr>
        <p:spPr/>
        <p:txBody>
          <a:bodyPr/>
          <a:lstStyle/>
          <a:p>
            <a:r>
              <a:rPr lang="en-US" dirty="0"/>
              <a:t>Modifications:</a:t>
            </a:r>
          </a:p>
          <a:p>
            <a:pPr marL="342900" indent="-342900">
              <a:buFont typeface="+mj-lt"/>
              <a:buAutoNum type="arabicPeriod"/>
            </a:pPr>
            <a:r>
              <a:rPr lang="en-US" dirty="0"/>
              <a:t>[Past Slide]</a:t>
            </a:r>
          </a:p>
          <a:p>
            <a:pPr marL="685800" lvl="1" indent="-342900">
              <a:buAutoNum type="alphaLcPeriod"/>
            </a:pPr>
            <a:r>
              <a:rPr lang="en-US" dirty="0"/>
              <a:t>Scalability is a major concern. Commercial poultry farms typically contain a large number of hens, often in the hundreds or thousands. The manuscript does not describe and evaluate how the proposed system would perform when many devices are deployed and operating simultaneously, nor does it discuss potential issues related to wireless communication reliability, data transmission congestion, synchronization, or system management at scale.</a:t>
            </a:r>
          </a:p>
          <a:p>
            <a:pPr marL="685800" lvl="1" indent="-342900">
              <a:buAutoNum type="alphaLcPeriod"/>
            </a:pPr>
            <a:r>
              <a:rPr lang="en-US" dirty="0"/>
              <a:t>Battery life is a critical factor for wearable monitoring devices. The manuscript lacks an investigation of power consumption, expected operating duration, charging frequency, and maintenance requirements.</a:t>
            </a:r>
          </a:p>
          <a:p>
            <a:pPr marL="685800" lvl="1" indent="-342900">
              <a:buAutoNum type="alphaLcPeriod"/>
            </a:pPr>
            <a:r>
              <a:rPr lang="en-US" dirty="0"/>
              <a:t>The mechanical robustness of the device requires further consideration. The current prototype is attached to the hen's feathers with exposed wiring, but no evaluation is provided regarding attachment reliability under realistic farm conditions. Hens frequently move, interact, and may engage in aggressive behaviors, which could cause the device to loosen, detach, or sustain damage. Additional testing and discussion on the durability, safety, and long-term wearability of the device would strengthen the manuscript.</a:t>
            </a:r>
          </a:p>
          <a:p>
            <a:pPr marL="342900" indent="-342900">
              <a:buAutoNum type="arabicPeriod"/>
            </a:pPr>
            <a:r>
              <a:rPr lang="en-US" dirty="0"/>
              <a:t>Overall, while the hardware prototype demonstrates initial feasibility, further investigation into scalability, power management, and mechanical robustness is necessary to establish its suitability for practical deployment in commercial poultry farming environments. Additionally, data analytics must be numerical, not qualitative.</a:t>
            </a:r>
          </a:p>
        </p:txBody>
      </p:sp>
      <p:sp>
        <p:nvSpPr>
          <p:cNvPr id="4" name="Title 3">
            <a:extLst>
              <a:ext uri="{FF2B5EF4-FFF2-40B4-BE49-F238E27FC236}">
                <a16:creationId xmlns:a16="http://schemas.microsoft.com/office/drawing/2014/main" id="{9CC28D31-EAC5-4680-CD98-D5E02891427F}"/>
              </a:ext>
            </a:extLst>
          </p:cNvPr>
          <p:cNvSpPr>
            <a:spLocks noGrp="1"/>
          </p:cNvSpPr>
          <p:nvPr>
            <p:ph type="title"/>
          </p:nvPr>
        </p:nvSpPr>
        <p:spPr/>
        <p:txBody>
          <a:bodyPr/>
          <a:lstStyle/>
          <a:p>
            <a:r>
              <a:rPr lang="en-US" dirty="0"/>
              <a:t>Paper Updates</a:t>
            </a:r>
          </a:p>
        </p:txBody>
      </p:sp>
      <p:sp>
        <p:nvSpPr>
          <p:cNvPr id="5" name="Footer Placeholder 4">
            <a:extLst>
              <a:ext uri="{FF2B5EF4-FFF2-40B4-BE49-F238E27FC236}">
                <a16:creationId xmlns:a16="http://schemas.microsoft.com/office/drawing/2014/main" id="{75C347C9-43A4-895C-C824-8E583946CCF4}"/>
              </a:ext>
            </a:extLst>
          </p:cNvPr>
          <p:cNvSpPr>
            <a:spLocks noGrp="1"/>
          </p:cNvSpPr>
          <p:nvPr>
            <p:ph type="ftr" sz="quarter" idx="12"/>
          </p:nvPr>
        </p:nvSpPr>
        <p:spPr/>
        <p:txBody>
          <a:bodyPr/>
          <a:lstStyle/>
          <a:p>
            <a:pPr algn="r"/>
            <a:r>
              <a:rPr lang="en-US"/>
              <a:t>3/31/23            ‹#›</a:t>
            </a:r>
            <a:endParaRPr lang="en-US" dirty="0"/>
          </a:p>
        </p:txBody>
      </p:sp>
    </p:spTree>
    <p:extLst>
      <p:ext uri="{BB962C8B-B14F-4D97-AF65-F5344CB8AC3E}">
        <p14:creationId xmlns:p14="http://schemas.microsoft.com/office/powerpoint/2010/main" val="1626122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38385-40DB-120D-6AEC-AF0097A2508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F3C0D82-F0D7-E4EA-385F-489B354B9407}"/>
              </a:ext>
            </a:extLst>
          </p:cNvPr>
          <p:cNvSpPr>
            <a:spLocks noGrp="1"/>
          </p:cNvSpPr>
          <p:nvPr>
            <p:ph type="body" sz="quarter" idx="11"/>
          </p:nvPr>
        </p:nvSpPr>
        <p:spPr/>
        <p:txBody>
          <a:bodyPr/>
          <a:lstStyle/>
          <a:p>
            <a:r>
              <a:rPr lang="en-US" dirty="0"/>
              <a:t>Revisions to make</a:t>
            </a:r>
          </a:p>
        </p:txBody>
      </p:sp>
      <p:sp>
        <p:nvSpPr>
          <p:cNvPr id="3" name="Text Placeholder 2">
            <a:extLst>
              <a:ext uri="{FF2B5EF4-FFF2-40B4-BE49-F238E27FC236}">
                <a16:creationId xmlns:a16="http://schemas.microsoft.com/office/drawing/2014/main" id="{083CE9E8-FC2C-A35B-76EC-33EC55D1E4CC}"/>
              </a:ext>
            </a:extLst>
          </p:cNvPr>
          <p:cNvSpPr>
            <a:spLocks noGrp="1"/>
          </p:cNvSpPr>
          <p:nvPr>
            <p:ph type="body" sz="quarter" idx="10"/>
          </p:nvPr>
        </p:nvSpPr>
        <p:spPr/>
        <p:txBody>
          <a:bodyPr/>
          <a:lstStyle/>
          <a:p>
            <a:r>
              <a:rPr lang="en-US" dirty="0"/>
              <a:t>Comments to the Author:</a:t>
            </a:r>
          </a:p>
          <a:p>
            <a:br>
              <a:rPr lang="en-US" dirty="0"/>
            </a:br>
            <a:r>
              <a:rPr lang="en-US" dirty="0"/>
              <a:t>The manuscript entitled “Design of a Keel Bone Monitoring System in Egg Laying Hens” demonstrates preliminary hardware design, component selection, power optimization, and data analysis. The current version of this manuscript requires substantial revision before it can be considered for real-world applications. So, my recommendation is this article needs a compulsory major revision before publishing in this journal.</a:t>
            </a:r>
          </a:p>
        </p:txBody>
      </p:sp>
      <p:sp>
        <p:nvSpPr>
          <p:cNvPr id="4" name="Title 3">
            <a:extLst>
              <a:ext uri="{FF2B5EF4-FFF2-40B4-BE49-F238E27FC236}">
                <a16:creationId xmlns:a16="http://schemas.microsoft.com/office/drawing/2014/main" id="{581355FC-1B60-6322-EC3D-77EB9F921572}"/>
              </a:ext>
            </a:extLst>
          </p:cNvPr>
          <p:cNvSpPr>
            <a:spLocks noGrp="1"/>
          </p:cNvSpPr>
          <p:nvPr>
            <p:ph type="title"/>
          </p:nvPr>
        </p:nvSpPr>
        <p:spPr/>
        <p:txBody>
          <a:bodyPr/>
          <a:lstStyle/>
          <a:p>
            <a:r>
              <a:rPr lang="en-US" dirty="0"/>
              <a:t>Paper Updates</a:t>
            </a:r>
          </a:p>
        </p:txBody>
      </p:sp>
      <p:sp>
        <p:nvSpPr>
          <p:cNvPr id="5" name="Footer Placeholder 4">
            <a:extLst>
              <a:ext uri="{FF2B5EF4-FFF2-40B4-BE49-F238E27FC236}">
                <a16:creationId xmlns:a16="http://schemas.microsoft.com/office/drawing/2014/main" id="{13189411-938C-4670-4335-62214C3F52CA}"/>
              </a:ext>
            </a:extLst>
          </p:cNvPr>
          <p:cNvSpPr>
            <a:spLocks noGrp="1"/>
          </p:cNvSpPr>
          <p:nvPr>
            <p:ph type="ftr" sz="quarter" idx="12"/>
          </p:nvPr>
        </p:nvSpPr>
        <p:spPr/>
        <p:txBody>
          <a:bodyPr/>
          <a:lstStyle/>
          <a:p>
            <a:pPr algn="r"/>
            <a:r>
              <a:rPr lang="en-US"/>
              <a:t>3/31/23            ‹#›</a:t>
            </a:r>
            <a:endParaRPr lang="en-US" dirty="0"/>
          </a:p>
        </p:txBody>
      </p:sp>
    </p:spTree>
    <p:extLst>
      <p:ext uri="{BB962C8B-B14F-4D97-AF65-F5344CB8AC3E}">
        <p14:creationId xmlns:p14="http://schemas.microsoft.com/office/powerpoint/2010/main" val="3319301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B543B-990C-3E57-4941-FD0B972C9F9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5EE271-CE76-1984-AA37-4B4C6864A46F}"/>
              </a:ext>
            </a:extLst>
          </p:cNvPr>
          <p:cNvSpPr>
            <a:spLocks noGrp="1"/>
          </p:cNvSpPr>
          <p:nvPr>
            <p:ph type="body" sz="quarter" idx="11"/>
          </p:nvPr>
        </p:nvSpPr>
        <p:spPr/>
        <p:txBody>
          <a:bodyPr/>
          <a:lstStyle/>
          <a:p>
            <a:r>
              <a:rPr lang="en-US" dirty="0"/>
              <a:t>Revisions to make</a:t>
            </a:r>
          </a:p>
        </p:txBody>
      </p:sp>
      <p:sp>
        <p:nvSpPr>
          <p:cNvPr id="3" name="Text Placeholder 2">
            <a:extLst>
              <a:ext uri="{FF2B5EF4-FFF2-40B4-BE49-F238E27FC236}">
                <a16:creationId xmlns:a16="http://schemas.microsoft.com/office/drawing/2014/main" id="{F4B74876-8CAE-4B93-193C-01E998D558C4}"/>
              </a:ext>
            </a:extLst>
          </p:cNvPr>
          <p:cNvSpPr>
            <a:spLocks noGrp="1"/>
          </p:cNvSpPr>
          <p:nvPr>
            <p:ph type="body" sz="quarter" idx="10"/>
          </p:nvPr>
        </p:nvSpPr>
        <p:spPr/>
        <p:txBody>
          <a:bodyPr/>
          <a:lstStyle/>
          <a:p>
            <a:pPr marL="342900" indent="-342900">
              <a:buFont typeface="+mj-lt"/>
              <a:buAutoNum type="arabicPeriod"/>
            </a:pPr>
            <a:r>
              <a:rPr lang="en-US" dirty="0"/>
              <a:t>Authors are requested to analysis the sensitivity, and response time and stability for the long-term reliability of the sensor. Follow the article: </a:t>
            </a:r>
            <a:r>
              <a:rPr lang="en-US" dirty="0">
                <a:hlinkClick r:id="rId2"/>
              </a:rPr>
              <a:t>https://doi.org/10.1109/LSENS.2025.3639618</a:t>
            </a:r>
            <a:endParaRPr lang="en-US" dirty="0"/>
          </a:p>
          <a:p>
            <a:pPr marL="342900" indent="-342900">
              <a:buFont typeface="+mj-lt"/>
              <a:buAutoNum type="arabicPeriod"/>
            </a:pPr>
            <a:r>
              <a:rPr lang="en-US" dirty="0"/>
              <a:t>While the hardware miniaturization and integration are commendable, the manuscript should more clearly articulate how this design advances beyond prior wireless monitoring devices.</a:t>
            </a:r>
          </a:p>
          <a:p>
            <a:pPr marL="342900" indent="-342900">
              <a:buFont typeface="+mj-lt"/>
              <a:buAutoNum type="arabicPeriod"/>
            </a:pPr>
            <a:r>
              <a:rPr lang="en-US" dirty="0"/>
              <a:t>The study emphasizes preliminary design and prototyping, yet lacks sufficient quantitative validation of sensor accuracy, reliability, and non‑interference with chicken behavior.</a:t>
            </a:r>
          </a:p>
          <a:p>
            <a:pPr marL="342900" indent="-342900">
              <a:buFont typeface="+mj-lt"/>
              <a:buAutoNum type="arabicPeriod"/>
            </a:pPr>
            <a:r>
              <a:rPr lang="en-US" dirty="0"/>
              <a:t>The manuscript should provide a stronger comparison with existing monitoring devices to highlight the novelty and advantages of the proposed system.</a:t>
            </a:r>
          </a:p>
        </p:txBody>
      </p:sp>
      <p:sp>
        <p:nvSpPr>
          <p:cNvPr id="4" name="Title 3">
            <a:extLst>
              <a:ext uri="{FF2B5EF4-FFF2-40B4-BE49-F238E27FC236}">
                <a16:creationId xmlns:a16="http://schemas.microsoft.com/office/drawing/2014/main" id="{9D830588-73B5-544D-8B8D-BF32E1AA78AE}"/>
              </a:ext>
            </a:extLst>
          </p:cNvPr>
          <p:cNvSpPr>
            <a:spLocks noGrp="1"/>
          </p:cNvSpPr>
          <p:nvPr>
            <p:ph type="title"/>
          </p:nvPr>
        </p:nvSpPr>
        <p:spPr/>
        <p:txBody>
          <a:bodyPr/>
          <a:lstStyle/>
          <a:p>
            <a:r>
              <a:rPr lang="en-US" dirty="0"/>
              <a:t>Paper Updates</a:t>
            </a:r>
          </a:p>
        </p:txBody>
      </p:sp>
      <p:sp>
        <p:nvSpPr>
          <p:cNvPr id="5" name="Footer Placeholder 4">
            <a:extLst>
              <a:ext uri="{FF2B5EF4-FFF2-40B4-BE49-F238E27FC236}">
                <a16:creationId xmlns:a16="http://schemas.microsoft.com/office/drawing/2014/main" id="{7631F67E-954E-5770-29AB-491180148500}"/>
              </a:ext>
            </a:extLst>
          </p:cNvPr>
          <p:cNvSpPr>
            <a:spLocks noGrp="1"/>
          </p:cNvSpPr>
          <p:nvPr>
            <p:ph type="ftr" sz="quarter" idx="12"/>
          </p:nvPr>
        </p:nvSpPr>
        <p:spPr/>
        <p:txBody>
          <a:bodyPr/>
          <a:lstStyle/>
          <a:p>
            <a:pPr algn="r"/>
            <a:r>
              <a:rPr lang="en-US"/>
              <a:t>3/31/23            ‹#›</a:t>
            </a:r>
            <a:endParaRPr lang="en-US" dirty="0"/>
          </a:p>
        </p:txBody>
      </p:sp>
    </p:spTree>
    <p:extLst>
      <p:ext uri="{BB962C8B-B14F-4D97-AF65-F5344CB8AC3E}">
        <p14:creationId xmlns:p14="http://schemas.microsoft.com/office/powerpoint/2010/main" val="3867206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D9F155-AFC6-D26F-06B8-3E9A72D0FE9A}"/>
              </a:ext>
            </a:extLst>
          </p:cNvPr>
          <p:cNvSpPr>
            <a:spLocks noGrp="1"/>
          </p:cNvSpPr>
          <p:nvPr>
            <p:ph type="body" sz="quarter" idx="11"/>
          </p:nvPr>
        </p:nvSpPr>
        <p:spPr/>
        <p:txBody>
          <a:bodyPr/>
          <a:lstStyle/>
          <a:p>
            <a:r>
              <a:rPr lang="en-US" dirty="0"/>
              <a:t>Wires work, but only momentarily</a:t>
            </a:r>
          </a:p>
          <a:p>
            <a:endParaRPr lang="en-US" dirty="0"/>
          </a:p>
        </p:txBody>
      </p:sp>
      <p:sp>
        <p:nvSpPr>
          <p:cNvPr id="3" name="Text Placeholder 2">
            <a:extLst>
              <a:ext uri="{FF2B5EF4-FFF2-40B4-BE49-F238E27FC236}">
                <a16:creationId xmlns:a16="http://schemas.microsoft.com/office/drawing/2014/main" id="{71BAA29A-2DC9-03A5-F939-1671B8845A12}"/>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Wires purchased from specific vendor worked, but only for ~45 minutes</a:t>
            </a:r>
          </a:p>
          <a:p>
            <a:pPr marL="285750" indent="-285750">
              <a:buFont typeface="Arial" panose="020B0604020202020204" pitchFamily="34" charset="0"/>
              <a:buChar char="•"/>
            </a:pPr>
            <a:r>
              <a:rPr lang="en-US" dirty="0"/>
              <a:t>Good that wires work, but need to look into power output of cables (might have been a mismatch)</a:t>
            </a:r>
          </a:p>
          <a:p>
            <a:pPr marL="285750" indent="-285750">
              <a:buFont typeface="Arial" panose="020B0604020202020204" pitchFamily="34" charset="0"/>
              <a:buChar char="•"/>
            </a:pPr>
            <a:endParaRPr lang="en-US" dirty="0"/>
          </a:p>
        </p:txBody>
      </p:sp>
      <p:sp>
        <p:nvSpPr>
          <p:cNvPr id="4" name="Title 3">
            <a:extLst>
              <a:ext uri="{FF2B5EF4-FFF2-40B4-BE49-F238E27FC236}">
                <a16:creationId xmlns:a16="http://schemas.microsoft.com/office/drawing/2014/main" id="{BF48F3EF-1CDB-AF2A-1910-F9B0BBE1922B}"/>
              </a:ext>
            </a:extLst>
          </p:cNvPr>
          <p:cNvSpPr>
            <a:spLocks noGrp="1"/>
          </p:cNvSpPr>
          <p:nvPr>
            <p:ph type="title"/>
          </p:nvPr>
        </p:nvSpPr>
        <p:spPr/>
        <p:txBody>
          <a:bodyPr/>
          <a:lstStyle/>
          <a:p>
            <a:r>
              <a:rPr lang="en-US" dirty="0"/>
              <a:t>Sensor Updates</a:t>
            </a:r>
          </a:p>
        </p:txBody>
      </p:sp>
      <p:sp>
        <p:nvSpPr>
          <p:cNvPr id="5" name="Footer Placeholder 4">
            <a:extLst>
              <a:ext uri="{FF2B5EF4-FFF2-40B4-BE49-F238E27FC236}">
                <a16:creationId xmlns:a16="http://schemas.microsoft.com/office/drawing/2014/main" id="{55A01B18-EEEE-3690-936C-E0C0D34D7368}"/>
              </a:ext>
            </a:extLst>
          </p:cNvPr>
          <p:cNvSpPr>
            <a:spLocks noGrp="1"/>
          </p:cNvSpPr>
          <p:nvPr>
            <p:ph type="ftr" sz="quarter" idx="12"/>
          </p:nvPr>
        </p:nvSpPr>
        <p:spPr/>
        <p:txBody>
          <a:bodyPr/>
          <a:lstStyle/>
          <a:p>
            <a:pPr algn="r"/>
            <a:r>
              <a:rPr lang="en-US"/>
              <a:t>3/31/23            ‹#›</a:t>
            </a:r>
            <a:endParaRPr lang="en-US" dirty="0"/>
          </a:p>
        </p:txBody>
      </p:sp>
      <p:pic>
        <p:nvPicPr>
          <p:cNvPr id="7" name="Picture 6">
            <a:extLst>
              <a:ext uri="{FF2B5EF4-FFF2-40B4-BE49-F238E27FC236}">
                <a16:creationId xmlns:a16="http://schemas.microsoft.com/office/drawing/2014/main" id="{3DEA934C-A9E8-11BF-EF45-501418E38D61}"/>
              </a:ext>
            </a:extLst>
          </p:cNvPr>
          <p:cNvPicPr>
            <a:picLocks noChangeAspect="1"/>
          </p:cNvPicPr>
          <p:nvPr/>
        </p:nvPicPr>
        <p:blipFill>
          <a:blip r:embed="rId2"/>
          <a:stretch>
            <a:fillRect/>
          </a:stretch>
        </p:blipFill>
        <p:spPr>
          <a:xfrm>
            <a:off x="3375378" y="2557386"/>
            <a:ext cx="4797072" cy="3494164"/>
          </a:xfrm>
          <a:prstGeom prst="rect">
            <a:avLst/>
          </a:prstGeom>
        </p:spPr>
      </p:pic>
    </p:spTree>
    <p:extLst>
      <p:ext uri="{BB962C8B-B14F-4D97-AF65-F5344CB8AC3E}">
        <p14:creationId xmlns:p14="http://schemas.microsoft.com/office/powerpoint/2010/main" val="33887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7137AB6-1C2C-01B4-2C8E-F1AB6E814644}"/>
              </a:ext>
            </a:extLst>
          </p:cNvPr>
          <p:cNvSpPr>
            <a:spLocks noGrp="1"/>
          </p:cNvSpPr>
          <p:nvPr>
            <p:ph type="body" sz="quarter" idx="11"/>
          </p:nvPr>
        </p:nvSpPr>
        <p:spPr/>
        <p:txBody>
          <a:bodyPr/>
          <a:lstStyle/>
          <a:p>
            <a:r>
              <a:rPr lang="en-US" dirty="0"/>
              <a:t>Order Number Given</a:t>
            </a:r>
          </a:p>
        </p:txBody>
      </p:sp>
      <p:sp>
        <p:nvSpPr>
          <p:cNvPr id="3" name="Text Placeholder 2">
            <a:extLst>
              <a:ext uri="{FF2B5EF4-FFF2-40B4-BE49-F238E27FC236}">
                <a16:creationId xmlns:a16="http://schemas.microsoft.com/office/drawing/2014/main" id="{DC2F9402-074E-FBBD-B3B0-4BA154043544}"/>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PCB Order number given from DL-Engineering</a:t>
            </a:r>
          </a:p>
          <a:p>
            <a:pPr marL="285750" indent="-285750">
              <a:buFont typeface="Arial" panose="020B0604020202020204" pitchFamily="34" charset="0"/>
              <a:buChar char="•"/>
            </a:pPr>
            <a:r>
              <a:rPr lang="en-US" dirty="0"/>
              <a:t>Should be arriving ~8/15</a:t>
            </a:r>
          </a:p>
          <a:p>
            <a:pPr marL="628650" lvl="1" indent="-285750">
              <a:buFont typeface="Arial" panose="020B0604020202020204" pitchFamily="34" charset="0"/>
              <a:buChar char="•"/>
            </a:pPr>
            <a:r>
              <a:rPr lang="en-US" dirty="0"/>
              <a:t>Week of 8/10</a:t>
            </a:r>
          </a:p>
          <a:p>
            <a:pPr marL="285750" indent="-285750">
              <a:buFont typeface="Arial" panose="020B0604020202020204" pitchFamily="34" charset="0"/>
              <a:buChar char="•"/>
            </a:pPr>
            <a:r>
              <a:rPr lang="en-US" dirty="0"/>
              <a:t>Order tracking: 840556073970</a:t>
            </a:r>
          </a:p>
        </p:txBody>
      </p:sp>
      <p:sp>
        <p:nvSpPr>
          <p:cNvPr id="4" name="Title 3">
            <a:extLst>
              <a:ext uri="{FF2B5EF4-FFF2-40B4-BE49-F238E27FC236}">
                <a16:creationId xmlns:a16="http://schemas.microsoft.com/office/drawing/2014/main" id="{DBA28304-A1EC-F0EB-35D9-E7783381AF1E}"/>
              </a:ext>
            </a:extLst>
          </p:cNvPr>
          <p:cNvSpPr>
            <a:spLocks noGrp="1"/>
          </p:cNvSpPr>
          <p:nvPr>
            <p:ph type="title"/>
          </p:nvPr>
        </p:nvSpPr>
        <p:spPr/>
        <p:txBody>
          <a:bodyPr/>
          <a:lstStyle/>
          <a:p>
            <a:r>
              <a:rPr lang="en-US" dirty="0"/>
              <a:t>PCB Updates</a:t>
            </a:r>
          </a:p>
        </p:txBody>
      </p:sp>
      <p:sp>
        <p:nvSpPr>
          <p:cNvPr id="5" name="Footer Placeholder 4">
            <a:extLst>
              <a:ext uri="{FF2B5EF4-FFF2-40B4-BE49-F238E27FC236}">
                <a16:creationId xmlns:a16="http://schemas.microsoft.com/office/drawing/2014/main" id="{7CF140DF-31C6-ED74-EEDB-8F8574D88E89}"/>
              </a:ext>
            </a:extLst>
          </p:cNvPr>
          <p:cNvSpPr>
            <a:spLocks noGrp="1"/>
          </p:cNvSpPr>
          <p:nvPr>
            <p:ph type="ftr" sz="quarter" idx="12"/>
          </p:nvPr>
        </p:nvSpPr>
        <p:spPr/>
        <p:txBody>
          <a:bodyPr/>
          <a:lstStyle/>
          <a:p>
            <a:pPr algn="r"/>
            <a:r>
              <a:rPr lang="en-US"/>
              <a:t>3/31/23            ‹#›</a:t>
            </a:r>
            <a:endParaRPr lang="en-US" dirty="0"/>
          </a:p>
        </p:txBody>
      </p:sp>
    </p:spTree>
    <p:extLst>
      <p:ext uri="{BB962C8B-B14F-4D97-AF65-F5344CB8AC3E}">
        <p14:creationId xmlns:p14="http://schemas.microsoft.com/office/powerpoint/2010/main" val="3423502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CD72587-DF24-E361-3C87-CFAE3C408C3A}"/>
              </a:ext>
            </a:extLst>
          </p:cNvPr>
          <p:cNvSpPr>
            <a:spLocks noGrp="1"/>
          </p:cNvSpPr>
          <p:nvPr>
            <p:ph type="body" sz="quarter" idx="11"/>
          </p:nvPr>
        </p:nvSpPr>
        <p:spPr/>
        <p:txBody>
          <a:bodyPr/>
          <a:lstStyle/>
          <a:p>
            <a:r>
              <a:rPr lang="en-US" dirty="0"/>
              <a:t>Next Week’s Plan</a:t>
            </a:r>
          </a:p>
        </p:txBody>
      </p:sp>
      <p:sp>
        <p:nvSpPr>
          <p:cNvPr id="3" name="Text Placeholder 2">
            <a:extLst>
              <a:ext uri="{FF2B5EF4-FFF2-40B4-BE49-F238E27FC236}">
                <a16:creationId xmlns:a16="http://schemas.microsoft.com/office/drawing/2014/main" id="{54C18513-FBE2-EBBB-125E-FA48BA6B1BEC}"/>
              </a:ext>
            </a:extLst>
          </p:cNvPr>
          <p:cNvSpPr>
            <a:spLocks noGrp="1"/>
          </p:cNvSpPr>
          <p:nvPr>
            <p:ph type="body" sz="quarter" idx="10"/>
          </p:nvPr>
        </p:nvSpPr>
        <p:spPr/>
        <p:txBody>
          <a:bodyPr/>
          <a:lstStyle/>
          <a:p>
            <a:pPr marL="6286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Title 3">
            <a:extLst>
              <a:ext uri="{FF2B5EF4-FFF2-40B4-BE49-F238E27FC236}">
                <a16:creationId xmlns:a16="http://schemas.microsoft.com/office/drawing/2014/main" id="{38C5F57F-D41F-FAF8-68C5-CD8D95AF87F4}"/>
              </a:ext>
            </a:extLst>
          </p:cNvPr>
          <p:cNvSpPr>
            <a:spLocks noGrp="1"/>
          </p:cNvSpPr>
          <p:nvPr>
            <p:ph type="title"/>
          </p:nvPr>
        </p:nvSpPr>
        <p:spPr/>
        <p:txBody>
          <a:bodyPr/>
          <a:lstStyle/>
          <a:p>
            <a:r>
              <a:rPr lang="en-US" dirty="0"/>
              <a:t>Next Week</a:t>
            </a:r>
          </a:p>
        </p:txBody>
      </p:sp>
      <p:sp>
        <p:nvSpPr>
          <p:cNvPr id="5" name="Footer Placeholder 4">
            <a:extLst>
              <a:ext uri="{FF2B5EF4-FFF2-40B4-BE49-F238E27FC236}">
                <a16:creationId xmlns:a16="http://schemas.microsoft.com/office/drawing/2014/main" id="{8E633180-B8A6-C9B8-09AC-F39A8DDB0F4A}"/>
              </a:ext>
            </a:extLst>
          </p:cNvPr>
          <p:cNvSpPr>
            <a:spLocks noGrp="1"/>
          </p:cNvSpPr>
          <p:nvPr>
            <p:ph type="ftr" sz="quarter" idx="12"/>
          </p:nvPr>
        </p:nvSpPr>
        <p:spPr/>
        <p:txBody>
          <a:bodyPr/>
          <a:lstStyle/>
          <a:p>
            <a:pPr algn="r"/>
            <a:r>
              <a:rPr lang="en-US" dirty="0"/>
              <a:t>7/8</a:t>
            </a:r>
          </a:p>
        </p:txBody>
      </p:sp>
      <p:sp>
        <p:nvSpPr>
          <p:cNvPr id="6" name="Text Placeholder 2">
            <a:extLst>
              <a:ext uri="{FF2B5EF4-FFF2-40B4-BE49-F238E27FC236}">
                <a16:creationId xmlns:a16="http://schemas.microsoft.com/office/drawing/2014/main" id="{88677F4A-0EE5-8488-2CEF-7324D0597EC2}"/>
              </a:ext>
            </a:extLst>
          </p:cNvPr>
          <p:cNvSpPr txBox="1">
            <a:spLocks/>
          </p:cNvSpPr>
          <p:nvPr/>
        </p:nvSpPr>
        <p:spPr>
          <a:xfrm>
            <a:off x="495300" y="1695724"/>
            <a:ext cx="8450035" cy="4454706"/>
          </a:xfrm>
          <a:prstGeom prst="rect">
            <a:avLst/>
          </a:prstGeom>
        </p:spPr>
        <p:txBody>
          <a:bodyPr vert="horz" lIns="91440" tIns="45720" rIns="91440" bIns="45720" numCol="1" rtlCol="0">
            <a:noAutofit/>
          </a:bodyPr>
          <a:lstStyle>
            <a:lvl1pPr marL="0" indent="0" algn="l" defTabSz="685800" rtl="0" eaLnBrk="1" fontAlgn="t" latinLnBrk="0" hangingPunct="1">
              <a:lnSpc>
                <a:spcPct val="90000"/>
              </a:lnSpc>
              <a:spcBef>
                <a:spcPts val="750"/>
              </a:spcBef>
              <a:buFontTx/>
              <a:buNone/>
              <a:defRPr sz="1800" b="0" i="0" kern="1200" baseline="0">
                <a:solidFill>
                  <a:schemeClr val="tx1"/>
                </a:solidFill>
                <a:latin typeface="Acumin Pro" panose="020B0504020202020204" pitchFamily="34" charset="77"/>
                <a:ea typeface="+mn-ea"/>
                <a:cs typeface="+mn-cs"/>
              </a:defRPr>
            </a:lvl1pPr>
            <a:lvl2pPr marL="342900" indent="0" algn="l" defTabSz="685800" rtl="0" eaLnBrk="1" latinLnBrk="0" hangingPunct="1">
              <a:lnSpc>
                <a:spcPct val="90000"/>
              </a:lnSpc>
              <a:spcBef>
                <a:spcPts val="375"/>
              </a:spcBef>
              <a:buFontTx/>
              <a:buNone/>
              <a:defRPr sz="1350" b="0" i="0" kern="1200" baseline="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350" b="0" i="0" kern="1200" baseline="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b="0" i="0" kern="1200" baseline="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b="0" i="0" kern="120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628650" lvl="1" indent="-285750">
              <a:buFont typeface="Arial" panose="020B0604020202020204" pitchFamily="34" charset="0"/>
              <a:buChar char="•"/>
            </a:pPr>
            <a:endParaRPr lang="en-US" dirty="0"/>
          </a:p>
        </p:txBody>
      </p:sp>
      <p:sp>
        <p:nvSpPr>
          <p:cNvPr id="8" name="Text Placeholder 2">
            <a:extLst>
              <a:ext uri="{FF2B5EF4-FFF2-40B4-BE49-F238E27FC236}">
                <a16:creationId xmlns:a16="http://schemas.microsoft.com/office/drawing/2014/main" id="{625DA5B6-825F-9AE5-05FD-C429E5F9402C}"/>
              </a:ext>
            </a:extLst>
          </p:cNvPr>
          <p:cNvSpPr txBox="1">
            <a:spLocks/>
          </p:cNvSpPr>
          <p:nvPr/>
        </p:nvSpPr>
        <p:spPr>
          <a:xfrm>
            <a:off x="190500" y="1398696"/>
            <a:ext cx="8450035" cy="4454706"/>
          </a:xfrm>
          <a:prstGeom prst="rect">
            <a:avLst/>
          </a:prstGeom>
        </p:spPr>
        <p:txBody>
          <a:bodyPr vert="horz" lIns="91440" tIns="45720" rIns="91440" bIns="45720" numCol="1" rtlCol="0">
            <a:noAutofit/>
          </a:bodyPr>
          <a:lstStyle>
            <a:lvl1pPr marL="0" indent="0" algn="l" defTabSz="685800" rtl="0" eaLnBrk="1" fontAlgn="t" latinLnBrk="0" hangingPunct="1">
              <a:lnSpc>
                <a:spcPct val="90000"/>
              </a:lnSpc>
              <a:spcBef>
                <a:spcPts val="750"/>
              </a:spcBef>
              <a:buFontTx/>
              <a:buNone/>
              <a:defRPr sz="1800" b="0" i="0" kern="1200" baseline="0">
                <a:solidFill>
                  <a:schemeClr val="tx1"/>
                </a:solidFill>
                <a:latin typeface="Acumin Pro" panose="020B0504020202020204" pitchFamily="34" charset="77"/>
                <a:ea typeface="+mn-ea"/>
                <a:cs typeface="+mn-cs"/>
              </a:defRPr>
            </a:lvl1pPr>
            <a:lvl2pPr marL="342900" indent="0" algn="l" defTabSz="685800" rtl="0" eaLnBrk="1" latinLnBrk="0" hangingPunct="1">
              <a:lnSpc>
                <a:spcPct val="90000"/>
              </a:lnSpc>
              <a:spcBef>
                <a:spcPts val="375"/>
              </a:spcBef>
              <a:buFontTx/>
              <a:buNone/>
              <a:defRPr sz="1350" b="0" i="0" kern="1200" baseline="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350" b="0" i="0" kern="1200" baseline="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b="0" i="0" kern="1200" baseline="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b="0" i="0" kern="120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Make all updates to paper, resubmit *Priority*</a:t>
            </a:r>
          </a:p>
          <a:p>
            <a:pPr marL="285750" indent="-285750">
              <a:buFont typeface="Arial" panose="020B0604020202020204" pitchFamily="34" charset="0"/>
              <a:buChar char="•"/>
            </a:pPr>
            <a:r>
              <a:rPr lang="en-US" dirty="0"/>
              <a:t>Continue sensor testing with Pedro</a:t>
            </a:r>
          </a:p>
          <a:p>
            <a:pPr marL="285750" indent="-285750">
              <a:buFont typeface="Arial" panose="020B0604020202020204" pitchFamily="34" charset="0"/>
              <a:buChar char="•"/>
            </a:pPr>
            <a:r>
              <a:rPr lang="en-US" dirty="0"/>
              <a:t>Meet with Omosalewa to figure out wire issue, and if new parts need to be ordered</a:t>
            </a:r>
          </a:p>
          <a:p>
            <a:pPr marL="628650" lvl="1" indent="-285750">
              <a:buFont typeface="Arial" panose="020B0604020202020204" pitchFamily="34" charset="0"/>
              <a:buChar char="•"/>
            </a:pPr>
            <a:endParaRPr lang="en-US" dirty="0"/>
          </a:p>
          <a:p>
            <a:pPr marL="6286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628650" lvl="1" indent="-285750">
              <a:buFont typeface="Arial" panose="020B0604020202020204" pitchFamily="34" charset="0"/>
              <a:buChar char="•"/>
            </a:pPr>
            <a:endParaRPr lang="en-US" dirty="0"/>
          </a:p>
          <a:p>
            <a:pPr marL="6286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1589025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72CBA-026F-7E96-546F-23B8813A83DA}"/>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CE8FBDCD-BC38-D4A8-A210-EA02F2610057}"/>
              </a:ext>
            </a:extLst>
          </p:cNvPr>
          <p:cNvSpPr>
            <a:spLocks noGrp="1"/>
          </p:cNvSpPr>
          <p:nvPr>
            <p:ph type="body" sz="quarter" idx="10"/>
          </p:nvPr>
        </p:nvSpPr>
        <p:spPr/>
        <p:txBody>
          <a:bodyPr>
            <a:normAutofit/>
          </a:bodyPr>
          <a:lstStyle/>
          <a:p>
            <a:r>
              <a:rPr lang="en-US" dirty="0"/>
              <a:t>Purdue Polytechnic Institute</a:t>
            </a:r>
          </a:p>
        </p:txBody>
      </p:sp>
    </p:spTree>
    <p:extLst>
      <p:ext uri="{BB962C8B-B14F-4D97-AF65-F5344CB8AC3E}">
        <p14:creationId xmlns:p14="http://schemas.microsoft.com/office/powerpoint/2010/main" val="355526623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MM-23-645083-Purdue-Standard-20230329" id="{27BFFCF5-3893-564F-9D79-7211049AF84A}" vid="{DA483483-262C-8944-9745-BAAE73176D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d6656b4d-3fa0-4709-acfb-d5e813445d1e">
      <UserInfo>
        <DisplayName>Schott, Thomas H.</DisplayName>
        <AccountId>17</AccountId>
        <AccountType/>
      </UserInfo>
      <UserInfo>
        <DisplayName>Sarault, Olivia M</DisplayName>
        <AccountId>29</AccountId>
        <AccountType/>
      </UserInfo>
      <UserInfo>
        <DisplayName>Hiller, Kelly R</DisplayName>
        <AccountId>98</AccountId>
        <AccountType/>
      </UserInfo>
      <UserInfo>
        <DisplayName>Eddy, Abigail Ellen</DisplayName>
        <AccountId>46</AccountId>
        <AccountType/>
      </UserInfo>
      <UserInfo>
        <DisplayName>Gu, Yu Rain</DisplayName>
        <AccountId>77</AccountId>
        <AccountType/>
      </UserInfo>
      <UserInfo>
        <DisplayName>Reese, Kristy S</DisplayName>
        <AccountId>26</AccountId>
        <AccountType/>
      </UserInfo>
    </SharedWithUsers>
    <lcf76f155ced4ddcb4097134ff3c332f xmlns="37af3f4b-4b66-46f9-8456-831d9bc3e737">
      <Terms xmlns="http://schemas.microsoft.com/office/infopath/2007/PartnerControls"/>
    </lcf76f155ced4ddcb4097134ff3c332f>
    <TaxCatchAll xmlns="d6656b4d-3fa0-4709-acfb-d5e813445d1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4E202481DC1CB46AA011D949D311478" ma:contentTypeVersion="13" ma:contentTypeDescription="Create a new document." ma:contentTypeScope="" ma:versionID="309c718596e4092f54ce9aa93358bb8d">
  <xsd:schema xmlns:xsd="http://www.w3.org/2001/XMLSchema" xmlns:xs="http://www.w3.org/2001/XMLSchema" xmlns:p="http://schemas.microsoft.com/office/2006/metadata/properties" xmlns:ns2="37af3f4b-4b66-46f9-8456-831d9bc3e737" xmlns:ns3="d6656b4d-3fa0-4709-acfb-d5e813445d1e" targetNamespace="http://schemas.microsoft.com/office/2006/metadata/properties" ma:root="true" ma:fieldsID="0c34f3e70276db9d2471c2526b8de3df" ns2:_="" ns3:_="">
    <xsd:import namespace="37af3f4b-4b66-46f9-8456-831d9bc3e737"/>
    <xsd:import namespace="d6656b4d-3fa0-4709-acfb-d5e813445d1e"/>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af3f4b-4b66-46f9-8456-831d9bc3e73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8e9e90a8-b24c-4be7-8760-a88b2cd47eb1"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6656b4d-3fa0-4709-acfb-d5e813445d1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ebcf308-42de-4d63-b51a-b2360cc04078}" ma:internalName="TaxCatchAll" ma:showField="CatchAllData" ma:web="d6656b4d-3fa0-4709-acfb-d5e813445d1e">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B64EEB-1B4A-4920-AA44-E234D7D487D1}">
  <ds:schemaRefs>
    <ds:schemaRef ds:uri="http://schemas.microsoft.com/sharepoint/v3/contenttype/forms"/>
  </ds:schemaRefs>
</ds:datastoreItem>
</file>

<file path=customXml/itemProps2.xml><?xml version="1.0" encoding="utf-8"?>
<ds:datastoreItem xmlns:ds="http://schemas.openxmlformats.org/officeDocument/2006/customXml" ds:itemID="{21DE0D6C-581B-4814-98E7-EF172D5D46A1}">
  <ds:schemaRefs>
    <ds:schemaRef ds:uri="http://purl.org/dc/elements/1.1/"/>
    <ds:schemaRef ds:uri="http://schemas.microsoft.com/office/2006/documentManagement/types"/>
    <ds:schemaRef ds:uri="d6656b4d-3fa0-4709-acfb-d5e813445d1e"/>
    <ds:schemaRef ds:uri="http://purl.org/dc/terms/"/>
    <ds:schemaRef ds:uri="http://schemas.microsoft.com/office/infopath/2007/PartnerControls"/>
    <ds:schemaRef ds:uri="37af3f4b-4b66-46f9-8456-831d9bc3e737"/>
    <ds:schemaRef ds:uri="http://schemas.openxmlformats.org/package/2006/metadata/core-properti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64D795B0-FAA0-424A-9B96-7691ED1EF2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af3f4b-4b66-46f9-8456-831d9bc3e737"/>
    <ds:schemaRef ds:uri="d6656b4d-3fa0-4709-acfb-d5e813445d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35155</TotalTime>
  <Words>835</Words>
  <Application>Microsoft Macintosh PowerPoint</Application>
  <PresentationFormat>On-screen Show (4:3)</PresentationFormat>
  <Paragraphs>88</Paragraphs>
  <Slides>13</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Acumin Pro Semibold</vt:lpstr>
      <vt:lpstr>Arial</vt:lpstr>
      <vt:lpstr>Franklin Gothic Medium Cond</vt:lpstr>
      <vt:lpstr>Acumin Pro Medium</vt:lpstr>
      <vt:lpstr>Franklin Gothic Book</vt:lpstr>
      <vt:lpstr>Calibri</vt:lpstr>
      <vt:lpstr>Acumin Pro Condensed Semibold</vt:lpstr>
      <vt:lpstr>Wingdings</vt:lpstr>
      <vt:lpstr>Acumin Pro</vt:lpstr>
      <vt:lpstr>Franklin Gothic Medium</vt:lpstr>
      <vt:lpstr>Office Theme</vt:lpstr>
      <vt:lpstr>Week 8</vt:lpstr>
      <vt:lpstr>This Week</vt:lpstr>
      <vt:lpstr>Paper Updates</vt:lpstr>
      <vt:lpstr>Paper Updates</vt:lpstr>
      <vt:lpstr>Paper Updates</vt:lpstr>
      <vt:lpstr>Paper Updates</vt:lpstr>
      <vt:lpstr>Paper Updates</vt:lpstr>
      <vt:lpstr>Paper Updates</vt:lpstr>
      <vt:lpstr>Paper Updates</vt:lpstr>
      <vt:lpstr>Sensor Updates</vt:lpstr>
      <vt:lpstr>PCB Updates</vt:lpstr>
      <vt:lpstr>Next Week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Ramona McCarthy</dc:creator>
  <cp:lastModifiedBy>Nathan Mingkuan Huang</cp:lastModifiedBy>
  <cp:revision>111</cp:revision>
  <cp:lastPrinted>2026-05-25T08:08:19Z</cp:lastPrinted>
  <dcterms:created xsi:type="dcterms:W3CDTF">2023-02-16T02:16:06Z</dcterms:created>
  <dcterms:modified xsi:type="dcterms:W3CDTF">2026-07-20T15:42:18Z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2023-02-20T19:00:53Z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b33bf962-ed92-4dd9-bc75-9825fb79b2e3</vt:lpwstr>
  </property>
  <property fmtid="{D5CDD505-2E9C-101B-9397-08002B2CF9AE}" pid="8" name="MSIP_Label_4044bd30-2ed7-4c9d-9d12-46200872a97b_ContentBits">
    <vt:lpwstr>0</vt:lpwstr>
  </property>
  <property fmtid="{D5CDD505-2E9C-101B-9397-08002B2CF9AE}" pid="9" name="ContentTypeId">
    <vt:lpwstr>0x01010054E202481DC1CB46AA011D949D311478</vt:lpwstr>
  </property>
  <property fmtid="{D5CDD505-2E9C-101B-9397-08002B2CF9AE}" pid="10" name="MediaServiceImageTags">
    <vt:lpwstr/>
  </property>
</Properties>
</file>