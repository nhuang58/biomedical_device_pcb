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3"/>
  </p:notesMasterIdLst>
  <p:sldIdLst>
    <p:sldId id="267" r:id="rId5"/>
    <p:sldId id="279" r:id="rId6"/>
    <p:sldId id="280" r:id="rId7"/>
    <p:sldId id="281" r:id="rId8"/>
    <p:sldId id="282" r:id="rId9"/>
    <p:sldId id="283" r:id="rId10"/>
    <p:sldId id="278" r:id="rId11"/>
    <p:sldId id="277" r:id="rId12"/>
  </p:sldIdLst>
  <p:sldSz cx="9144000" cy="6858000" type="screen4x3"/>
  <p:notesSz cx="6858000" cy="9144000"/>
  <p:embeddedFontLst>
    <p:embeddedFont>
      <p:font typeface="Acumin Pro Condensed Semibold" panose="020B0604020202020204" charset="0"/>
      <p:regular r:id="rId14"/>
      <p:bold r:id="rId15"/>
      <p:italic r:id="rId16"/>
      <p:boldItalic r:id="rId17"/>
    </p:embeddedFont>
    <p:embeddedFont>
      <p:font typeface="Acumin Pro Medium" panose="020B0604020202020204" charset="0"/>
      <p:regular r:id="rId18"/>
      <p:italic r:id="rId19"/>
    </p:embeddedFont>
    <p:embeddedFont>
      <p:font typeface="Franklin Gothic Book" panose="020B0503020102020204" pitchFamily="34" charset="0"/>
      <p:regular r:id="rId20"/>
      <p:italic r:id="rId21"/>
    </p:embeddedFont>
    <p:embeddedFont>
      <p:font typeface="Franklin Gothic Medium" panose="020B0603020102020204" pitchFamily="34" charset="0"/>
      <p:regular r:id="rId22"/>
      <p:italic r:id="rId23"/>
    </p:embeddedFont>
    <p:embeddedFont>
      <p:font typeface="Franklin Gothic Medium Cond" panose="020B0606030402020204" pitchFamily="3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67"/>
    <p:restoredTop sz="94692"/>
  </p:normalViewPr>
  <p:slideViewPr>
    <p:cSldViewPr snapToGrid="0">
      <p:cViewPr varScale="1">
        <p:scale>
          <a:sx n="76" d="100"/>
          <a:sy n="76" d="100"/>
        </p:scale>
        <p:origin x="868" y="56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localhost:8000/BLESense-test-dashboard/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orum.arduino.cc/t/nicla-sense-me-and-nicla-vision-footprints/1013892/2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github.com/Alarm-Siren/arduino-kicad-library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07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10/10/25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Progress &amp; Issues faced this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Locally hosting BLE Data Logger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KiCad Schematic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KiCad Layout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Routing Issues on PCB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3/31/23            2/8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71BBFF-2D87-FD1D-0911-288DC53B69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Able to move from Arduino API to personal device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F326-AEAA-379E-F8F7-7C3658EE75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http://localhost:8000/BLESense-test-dashboard/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index.html and GTLFLoader.js to modify charts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181462-545B-432F-FB13-7C405B921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Locally hosting BLE Data Logger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86362-4509-F43E-B558-8023B45E29A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3/31/23            3/8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92097F-75B3-D361-EF24-8D18E9CC1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211" y="2781645"/>
            <a:ext cx="3933645" cy="26555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B7CA2E-C015-29E0-8A10-4D8C2D6A2377}"/>
              </a:ext>
            </a:extLst>
          </p:cNvPr>
          <p:cNvSpPr txBox="1"/>
          <p:nvPr/>
        </p:nvSpPr>
        <p:spPr>
          <a:xfrm>
            <a:off x="6231467" y="5562600"/>
            <a:ext cx="212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Locally Hosted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18E9C-F105-B489-CF8E-52B5F5640D8D}"/>
              </a:ext>
            </a:extLst>
          </p:cNvPr>
          <p:cNvSpPr txBox="1"/>
          <p:nvPr/>
        </p:nvSpPr>
        <p:spPr>
          <a:xfrm>
            <a:off x="1134533" y="5628698"/>
            <a:ext cx="2840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Arduino BLE Dashboard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BC5A19-5779-9F73-2695-72CAB0D02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67" y="2729435"/>
            <a:ext cx="3975098" cy="267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2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828560-1FBB-97F1-9EBD-8392A1ADB0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New Circuit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6C5E4-9DDB-5759-0DFB-A2C69914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Battery Charging Circuit (LIR1616)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Ribbon Cable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Rechargeable Battery Holder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Protection Circuit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76C66C-E715-3D77-8CD3-BD7477193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KiCad Schematic Changes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86181-4BC5-1812-2849-6F25CCAFDD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3/31/23            4/8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BC2B8-A4AA-8D49-ABA8-5CADFBAF2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30" y="2633133"/>
            <a:ext cx="5083076" cy="351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13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A3B89B-9FB4-C43A-E060-C48C0B435B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Components added to layout, finalizing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991DE-CDC7-A5AA-B280-85E72A9057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USB Micro Connector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Battery Charging Circuit IC (MCP73831)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LIR1616 Holder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Potential Switch for Charging/Discharging?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2C031F-0E77-D889-5A0E-9372575C1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KiCad Layout Changes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C09BC-473D-4628-2785-2C21B733D1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3/31/23            5/8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E42C06-E6E8-EB42-E92C-15154F1DD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859" y="2441278"/>
            <a:ext cx="3702240" cy="3619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D5EE1F-95F2-3FDA-A3B2-2C5AD28E9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66" y="3646040"/>
            <a:ext cx="3258004" cy="241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56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4EE46C-C9D5-4D29-7EF4-58704177A2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320" r="4" b="19590"/>
          <a:stretch>
            <a:fillRect/>
          </a:stretch>
        </p:blipFill>
        <p:spPr>
          <a:xfrm>
            <a:off x="351065" y="1543324"/>
            <a:ext cx="4397009" cy="2055591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6C849-72B5-8439-EE58-7471FABAA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https://forum.arduino.cc/t/nicla-sense-me-and-nicla-vision-footprints/1013892/2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https://github.com/Alarm-Siren/arduino-kicad-library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https://github.com/Alarm-Siren/arduino-kicad-library/blob/master/footprints/arduino-library.pretty/Arduino_Nicla_Vision_Socket.kicad_mod?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FC4610-9A22-65C6-E2EA-AD91FE759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pPr marL="285750" indent="-285750"/>
            <a:r>
              <a:rPr lang="en-US" dirty="0"/>
              <a:t>Routing Issues on PCB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172B0D-410D-49BB-FC26-F4296BB96D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93" r="6143"/>
          <a:stretch>
            <a:fillRect/>
          </a:stretch>
        </p:blipFill>
        <p:spPr>
          <a:xfrm>
            <a:off x="2614933" y="3795305"/>
            <a:ext cx="2133141" cy="2055591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5AC370-CB61-4B58-08FD-AA4BB38A8A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380" r="4" b="17682"/>
          <a:stretch>
            <a:fillRect/>
          </a:stretch>
        </p:blipFill>
        <p:spPr>
          <a:xfrm>
            <a:off x="351065" y="3795304"/>
            <a:ext cx="2133141" cy="2055592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C4086A-D4B4-3E70-AA3B-2A95111D0F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2900" y="954291"/>
            <a:ext cx="8458200" cy="365760"/>
          </a:xfrm>
        </p:spPr>
        <p:txBody>
          <a:bodyPr>
            <a:normAutofit/>
          </a:bodyPr>
          <a:lstStyle/>
          <a:p>
            <a:r>
              <a:rPr lang="en-US" dirty="0"/>
              <a:t>Footprint not readily available online, cannot route PCB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CE496-3F29-6B1E-4ECE-71ADE4B1105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3/31/23            6/8</a:t>
            </a:r>
          </a:p>
        </p:txBody>
      </p:sp>
    </p:spTree>
    <p:extLst>
      <p:ext uri="{BB962C8B-B14F-4D97-AF65-F5344CB8AC3E}">
        <p14:creationId xmlns:p14="http://schemas.microsoft.com/office/powerpoint/2010/main" val="4233669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29CAD-3B43-3BC0-D2EC-A53874ABB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Blockers &amp; brief summary of next week’s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7380-04A3-DD16-EAB3-0921830BD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Fix routing issue in order to get a fully working schematic (passes design and electrical rules check)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Order PCB (Lead time ~3 days?)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Test and verify PCB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Show Localhost BLE interface with Agriculture researchers → Show them how to use 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D02411-52BC-0A6C-B958-234593BB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B307-58AA-C3F2-0BBB-500351B01F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3/31/23            7/8</a:t>
            </a:r>
          </a:p>
        </p:txBody>
      </p:sp>
    </p:spTree>
    <p:extLst>
      <p:ext uri="{BB962C8B-B14F-4D97-AF65-F5344CB8AC3E}">
        <p14:creationId xmlns:p14="http://schemas.microsoft.com/office/powerpoint/2010/main" val="257444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schemas.microsoft.com/office/2006/documentManagement/types"/>
    <ds:schemaRef ds:uri="http://schemas.microsoft.com/office/2006/metadata/properties"/>
    <ds:schemaRef ds:uri="37af3f4b-4b66-46f9-8456-831d9bc3e737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d6656b4d-3fa0-4709-acfb-d5e813445d1e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8239</TotalTime>
  <Words>257</Words>
  <Application>Microsoft Office PowerPoint</Application>
  <PresentationFormat>On-screen Show (4:3)</PresentationFormat>
  <Paragraphs>47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</vt:lpstr>
      <vt:lpstr>Acumin Pro Medium</vt:lpstr>
      <vt:lpstr>Franklin Gothic Medium Cond</vt:lpstr>
      <vt:lpstr>Acumin Pro Condensed Semibold</vt:lpstr>
      <vt:lpstr>Calibri</vt:lpstr>
      <vt:lpstr>Acumin Pro</vt:lpstr>
      <vt:lpstr>Acumin Pro Semibold</vt:lpstr>
      <vt:lpstr>Wingdings</vt:lpstr>
      <vt:lpstr>Franklin Gothic Medium</vt:lpstr>
      <vt:lpstr>Franklin Gothic Book</vt:lpstr>
      <vt:lpstr>Office Theme</vt:lpstr>
      <vt:lpstr>Week 07</vt:lpstr>
      <vt:lpstr>This Week</vt:lpstr>
      <vt:lpstr>Locally hosting BLE Data Logger</vt:lpstr>
      <vt:lpstr>KiCad Schematic Changes</vt:lpstr>
      <vt:lpstr>KiCad Layout Changes</vt:lpstr>
      <vt:lpstr>Routing Issues on PCB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38</cp:revision>
  <dcterms:created xsi:type="dcterms:W3CDTF">2023-02-16T02:16:06Z</dcterms:created>
  <dcterms:modified xsi:type="dcterms:W3CDTF">2025-10-10T15:23:45Z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