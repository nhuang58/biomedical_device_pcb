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5"/>
  </p:notesMasterIdLst>
  <p:sldIdLst>
    <p:sldId id="267" r:id="rId5"/>
    <p:sldId id="279" r:id="rId6"/>
    <p:sldId id="301" r:id="rId7"/>
    <p:sldId id="303" r:id="rId8"/>
    <p:sldId id="302" r:id="rId9"/>
    <p:sldId id="300" r:id="rId10"/>
    <p:sldId id="304" r:id="rId11"/>
    <p:sldId id="305" r:id="rId12"/>
    <p:sldId id="299" r:id="rId13"/>
    <p:sldId id="277" r:id="rId14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6"/>
      <p:bold r:id="rId17"/>
      <p:italic r:id="rId18"/>
      <p:boldItalic r:id="rId19"/>
    </p:embeddedFont>
    <p:embeddedFont>
      <p:font typeface="Acumin Pro Medium" panose="020B0604020202020204" pitchFamily="34" charset="77"/>
      <p:regular r:id="rId20"/>
      <p:italic r:id="rId21"/>
    </p:embeddedFont>
    <p:embeddedFont>
      <p:font typeface="Franklin Gothic Book" panose="020B0503020102020204" pitchFamily="34" charset="0"/>
      <p:regular r:id="rId22"/>
      <p:italic r:id="rId23"/>
    </p:embeddedFont>
    <p:embeddedFont>
      <p:font typeface="Franklin Gothic Medium" panose="020B0603020102020204" pitchFamily="34" charset="0"/>
      <p:regular r:id="rId24"/>
      <p:italic r:id="rId25"/>
    </p:embeddedFont>
    <p:embeddedFont>
      <p:font typeface="Franklin Gothic Medium Cond" panose="020B0606030402020204" pitchFamily="3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4"/>
    <p:restoredTop sz="94361"/>
  </p:normalViewPr>
  <p:slideViewPr>
    <p:cSldViewPr snapToGrid="0">
      <p:cViewPr varScale="1">
        <p:scale>
          <a:sx n="108" d="100"/>
          <a:sy n="108" d="100"/>
        </p:scale>
        <p:origin x="832" y="19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5D88-A255-52C6-2FDC-9B0AEF5C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0B72A-C76C-40CC-3228-A2947D3C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D5DC2-2078-8017-324F-BAF21946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CB2B-E8AE-EE2F-5C11-E60A6EC0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03/02/26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Design files given to DL-Engineering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First PCB nearly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Sensor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Thermometers delivered (today)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Agriculture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materials delivered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Miscellaneous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8887FD-2463-369E-3167-A0FF270342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Design files given to DL-Engineering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91D57-94E0-1B2A-E7C8-7C571A089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 of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Preliminary estimate of design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Needed to use new </a:t>
            </a:r>
            <a:r>
              <a:rPr lang="en-US" dirty="0" err="1"/>
              <a:t>KiCAD</a:t>
            </a:r>
            <a:r>
              <a:rPr lang="en-US" dirty="0"/>
              <a:t> toolbox for fabrication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345B1A-636C-1481-71F3-53DF425F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0A7C-6969-1377-964B-2F562EBF06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8EA9DC-526A-C080-6580-C56A790DC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775" y="3200589"/>
            <a:ext cx="4747020" cy="279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9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83BD8-867A-5ABC-1B66-DA097540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3C6FD3-77B6-F7A8-3826-90F17C620F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First PCB nearly complete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9005E-FC6C-3402-E624-2AB8C43E4A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80% completion for soldering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tested while soldering device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Reduce lead-time when soldering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Ensure there are no faults with major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 given to Nolan (experience with soldering)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56D6DD-62E3-838E-DB9B-DB1FEA67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7C19D-8EC9-CED1-A5DF-334EF2E016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9" name="Picture 8" descr="A person holding a small object&#10;&#10;AI-generated content may be incorrect.">
            <a:extLst>
              <a:ext uri="{FF2B5EF4-FFF2-40B4-BE49-F238E27FC236}">
                <a16:creationId xmlns:a16="http://schemas.microsoft.com/office/drawing/2014/main" id="{A8CD48D6-7F01-9A43-962F-F4E87C4CB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794" y="3507869"/>
            <a:ext cx="5822379" cy="251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5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81AC22-AF92-991C-F6BD-2F9D1B887F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Thermometers delivered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CEDAD-8AE6-4FB2-326A-167E0066B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Adafruit says the sensors have been delivered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do preliminary testing of thermometers on arbitrary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 that thermometer will be sufficient for birds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Non-intrusive to weight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Will fit seamlessly into design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44E8E9-ACF9-486E-880E-903DC2DC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F0744-A340-E674-EC43-D692436E75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1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F75182-63AF-622F-5761-619BB1A499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materials delivered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902C7-2E64-9A24-9728-C27EE1C2C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 LiPo Batteries given to </a:t>
            </a:r>
            <a:r>
              <a:rPr lang="en-US" dirty="0" err="1"/>
              <a:t>Omosalewa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Battery chargers appeared to have arrived (today)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Still need to look for where they were delivered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Wire crimping materials all obtained and ready for meeting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9B1509-08DF-970D-A805-C7263AFC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Agriculture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7C292-14CC-894F-278B-B0659BA869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8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A08F9-8998-1D96-13DA-E216F7A05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5731C3-3635-29EE-2EEB-9153432CB3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A3E3E-AC29-5CF7-4529-C499C9542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seems to be capturing in frames (~45-60 seconds only)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Overlooked issue with the data collection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establish if this is a hardware or software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DABCC7-15C9-A73E-52C0-9C5E61A6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Agriculture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BD8A-60C1-EDE2-63AD-29682EB2BC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924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933696-409C-9F10-009E-679086C1A9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Other Updates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57563-4E3C-25AA-C2F8-D0ACA031F7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Professor Leon-Salas SoET Fair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Minor paper adjustments as work completes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38212E-73DF-121E-98FB-712F1AB46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85F4B-2986-1B31-B9B9-7C49A685C9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9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EE2C-E869-EFCD-766A-B2EE7BAD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672C57-F465-3B96-B3BD-325579624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Plans &amp; Blockers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71E8-BE29-703B-B58C-A63EE3C73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data collection is working properly, reach out to Arduino support if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 DL-Engineering to establish a timeframe for the final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79CA14-A166-E4A5-0FF4-AEC5C28F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E36D6-5529-D593-8824-84A72BC8A3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30116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27537</TotalTime>
  <Words>277</Words>
  <Application>Microsoft Macintosh PowerPoint</Application>
  <PresentationFormat>On-screen Show (4:3)</PresentationFormat>
  <Paragraphs>74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Franklin Gothic Book</vt:lpstr>
      <vt:lpstr>Franklin Gothic Medium Cond</vt:lpstr>
      <vt:lpstr>Wingdings</vt:lpstr>
      <vt:lpstr>Acumin Pro Semibold</vt:lpstr>
      <vt:lpstr>Acumin Pro</vt:lpstr>
      <vt:lpstr>Franklin Gothic Medium</vt:lpstr>
      <vt:lpstr>Acumin Pro Condensed Semibold</vt:lpstr>
      <vt:lpstr>Arial</vt:lpstr>
      <vt:lpstr>Acumin Pro Medium</vt:lpstr>
      <vt:lpstr>Calibri</vt:lpstr>
      <vt:lpstr>Office Theme</vt:lpstr>
      <vt:lpstr>Week 9</vt:lpstr>
      <vt:lpstr>This Week</vt:lpstr>
      <vt:lpstr>PCB Updates</vt:lpstr>
      <vt:lpstr>PCB Updates</vt:lpstr>
      <vt:lpstr>Sensors</vt:lpstr>
      <vt:lpstr>Agriculture Updates</vt:lpstr>
      <vt:lpstr>Agriculture Updates</vt:lpstr>
      <vt:lpstr>Miscellaneous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88</cp:revision>
  <cp:lastPrinted>2026-03-02T17:54:29Z</cp:lastPrinted>
  <dcterms:created xsi:type="dcterms:W3CDTF">2023-02-16T02:16:06Z</dcterms:created>
  <dcterms:modified xsi:type="dcterms:W3CDTF">2026-03-02T17:54:33Z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