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5"/>
  </p:notesMasterIdLst>
  <p:sldIdLst>
    <p:sldId id="267" r:id="rId5"/>
    <p:sldId id="279" r:id="rId6"/>
    <p:sldId id="300" r:id="rId7"/>
    <p:sldId id="301" r:id="rId8"/>
    <p:sldId id="302" r:id="rId9"/>
    <p:sldId id="303" r:id="rId10"/>
    <p:sldId id="299" r:id="rId11"/>
    <p:sldId id="298" r:id="rId12"/>
    <p:sldId id="297" r:id="rId13"/>
    <p:sldId id="277" r:id="rId14"/>
  </p:sldIdLst>
  <p:sldSz cx="9144000" cy="6858000" type="screen4x3"/>
  <p:notesSz cx="6858000" cy="9144000"/>
  <p:embeddedFontLst>
    <p:embeddedFont>
      <p:font typeface="Acumin Pro" panose="020B0504020202020204" pitchFamily="34" charset="0"/>
      <p:regular r:id="rId16"/>
      <p:bold r:id="rId17"/>
      <p:italic r:id="rId18"/>
      <p:boldItalic r:id="rId19"/>
    </p:embeddedFont>
    <p:embeddedFont>
      <p:font typeface="Acumin Pro Condensed Semibold" panose="020B0604020202020204" charset="0"/>
      <p:regular r:id="rId20"/>
      <p:bold r:id="rId21"/>
      <p:italic r:id="rId22"/>
      <p:boldItalic r:id="rId23"/>
    </p:embeddedFont>
    <p:embeddedFont>
      <p:font typeface="Acumin Pro Medium" panose="020B0604020202020204" charset="0"/>
      <p:regular r:id="rId24"/>
      <p:italic r:id="rId25"/>
    </p:embeddedFont>
    <p:embeddedFont>
      <p:font typeface="Franklin Gothic Book" panose="020B0503020102020204" pitchFamily="34" charset="0"/>
      <p:regular r:id="rId26"/>
      <p:italic r:id="rId27"/>
    </p:embeddedFont>
    <p:embeddedFont>
      <p:font typeface="Franklin Gothic Medium" panose="020B0603020102020204" pitchFamily="34" charset="0"/>
      <p:regular r:id="rId28"/>
      <p:italic r:id="rId29"/>
    </p:embeddedFont>
    <p:embeddedFont>
      <p:font typeface="Franklin Gothic Medium Cond" panose="020B0606030402020204" pitchFamily="34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23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464"/>
    <p:restoredTop sz="95884"/>
  </p:normalViewPr>
  <p:slideViewPr>
    <p:cSldViewPr snapToGrid="0">
      <p:cViewPr varScale="1">
        <p:scale>
          <a:sx n="117" d="100"/>
          <a:sy n="117" d="100"/>
        </p:scale>
        <p:origin x="1032" y="102"/>
      </p:cViewPr>
      <p:guideLst>
        <p:guide orient="horz" pos="1080"/>
        <p:guide pos="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9.fntdata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microsoft.com/office/2018/10/relationships/authors" Target="author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31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82BBC47-D7E9-E849-BE67-7366DB4087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77278"/>
            <a:ext cx="7144105" cy="534037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29339"/>
            <a:ext cx="7144105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0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93720"/>
            <a:ext cx="714410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17643"/>
            <a:ext cx="7183861" cy="583733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17147"/>
            <a:ext cx="7183861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79275"/>
            <a:ext cx="7183861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AC34E1-E044-0445-842B-2F1F9D1C92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5049077"/>
            <a:ext cx="8450036" cy="685801"/>
          </a:xfrm>
        </p:spPr>
        <p:txBody>
          <a:bodyPr>
            <a:normAutofit/>
          </a:bodyPr>
          <a:lstStyle>
            <a:lvl1pPr algn="ctr" fontAlgn="b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229" y="5754757"/>
            <a:ext cx="8450036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BCA5A-C755-0E4A-878C-D1822540E2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9144000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A0E95C-D44C-0BD3-29E1-C39EBAC823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226450-0A2C-4A4B-95A5-6E0D1BC45A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317D3B-55CD-0048-B746-CB10A28D4E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72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1064" y="1543324"/>
            <a:ext cx="8450036" cy="4454706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54FE2-5844-7885-7089-16924C393E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F76393-33C8-0244-A117-D97655079C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31868" y="1543324"/>
            <a:ext cx="4069232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23E79-165A-C0A0-34F4-D4CD4FAC54E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EEFC3C-29D1-EA4A-9C0C-4952B61838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6" y="1543324"/>
            <a:ext cx="2630674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256663" y="1543324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182353" y="1543323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20F0F-7917-55BD-382B-A4E02410819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12896B7-E91D-CD4D-A891-824CE769BC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5" y="3652273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4" y="1543324"/>
            <a:ext cx="410230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706959" y="1543324"/>
            <a:ext cx="4094045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8697" y="3652272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1641B97-9FFC-02AC-9A83-AD9CF1F958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D58084-BB32-E44F-B6BE-79DC4BE0EE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6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4"/>
            <a:ext cx="265085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252731" y="1543325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44470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154204" y="1532308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45943" y="3641256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39C530-4D1F-8F28-146E-3ECC4BBCE9E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64C2680-37A6-C442-ACC9-0E1A4F33FD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2" y="457200"/>
            <a:ext cx="3236117" cy="964096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2902" y="1570384"/>
            <a:ext cx="3236117" cy="429860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904" y="457200"/>
            <a:ext cx="4997195" cy="541178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C4977-AD33-556A-2AED-7416F7D439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2DB49B-3FD4-EF4C-B023-17613C9AF5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715222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35B86-20D4-13D9-0376-A64DF5C381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AF4890-83F2-1B4C-9129-0943FD5BE6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1065" y="1543324"/>
            <a:ext cx="4397009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1820" y="1543322"/>
            <a:ext cx="3847445" cy="4307573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614933" y="3795305"/>
            <a:ext cx="2133141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51065" y="3795304"/>
            <a:ext cx="2133141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A9D6A4-F44C-720B-EF21-A331231A64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06DF57-624C-3D4C-9311-96AE05CC4C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6571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42900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3243828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161085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3227499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161085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310242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326571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227499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6144756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3211170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6144756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D3EBD5-219C-5B88-5FAA-E3535228FBD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EDCCCDC-B335-96CB-3A28-8C862E3B1B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166CBA-B0A5-A540-9E01-87761E8E4E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6" y="1542763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508047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677415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846782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382716" y="3651151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3556027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5725394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B1371B0-95CE-4462-18BB-F77CBC19BF8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631A4A5-899F-8948-AFF2-A9EECA71DA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891490" y="3884038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91295" y="3395950"/>
            <a:ext cx="3909707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4891392" y="5636914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891295" y="5636914"/>
            <a:ext cx="3909610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785C5DB-355E-CD09-6EF5-58F892E8FB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CE55CF-AD39-6942-BAFD-73E57A01F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965414" y="3884038"/>
            <a:ext cx="1835685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891490" y="3879120"/>
            <a:ext cx="1896687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28867" y="3395950"/>
            <a:ext cx="3872135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4884613" y="5631998"/>
            <a:ext cx="1884248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Acumin Pro" panose="020B0504020202020204" pitchFamily="34" charset="77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921990" y="5631998"/>
            <a:ext cx="1866186" cy="3027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6965414" y="5641704"/>
            <a:ext cx="1823956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002791" y="5641704"/>
            <a:ext cx="1806473" cy="30271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E9F3313-6532-97CE-1E0D-3A21EA40A39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3389377-4D07-D241-8D0E-8A871D181F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5953857" y="1315895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3315718" y="1315896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677578" y="1315897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629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458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963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791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4102" y="143391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931" y="4043274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F278F-8AAE-FA0B-4B47-AB0FFECE6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856F49F-59AA-23FB-4600-EC4D944973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458" y="2040673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CA6E053-97C0-F5A8-A5C6-62806699EADE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3464791" y="2040672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823F7D4-DD74-2A27-4C24-052C4575CCDF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6102931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77476EE-9BD3-9249-BC1B-491B99321F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5953662" y="1315893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3315523" y="1315894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677384" y="1315895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435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769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marL="0" marR="0" lvl="0" indent="0" algn="ctr" defTabSz="685800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908" y="143391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264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3453661" y="2065259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264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597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736" y="4043272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6097061" y="2071425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DDE6D-DD47-E873-4306-EBFC1F91F65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911DA62-F518-7447-BD47-16E2421CCA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756438" y="1660596"/>
            <a:ext cx="1438515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758505" y="2160555"/>
            <a:ext cx="1436449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2284078" y="1660596"/>
            <a:ext cx="1438515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2286144" y="2160555"/>
            <a:ext cx="1436449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3811718" y="1660596"/>
            <a:ext cx="1438515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3813784" y="2160555"/>
            <a:ext cx="1436449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5339357" y="1660596"/>
            <a:ext cx="1438515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5341424" y="2160555"/>
            <a:ext cx="1436449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6866999" y="1660596"/>
            <a:ext cx="1438515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6869065" y="2160555"/>
            <a:ext cx="1436449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6438" y="1783909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8407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1171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935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67000" y="1770870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487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2381484" y="2299864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390912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543676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6964405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58850-3E44-9220-12DF-98BC6F729C54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976A537-883F-374A-AD56-EC40D05206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4"/>
            <a:ext cx="4936211" cy="6867524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-944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0ED9A8-0DA3-BC24-94A1-086C8ECA8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BDBD18-96E0-3342-A809-2FF8511966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5"/>
            <a:ext cx="4936211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11E696-D9D7-67E3-048E-80603F311A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21FF41-B1B2-D04A-8A0A-A90E998160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544E4A-5B5C-3341-99E5-E104859854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9E352-9704-594E-BAD1-167251E51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6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9200A-5F39-EB36-4116-B2C1717CC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61174" y="6295058"/>
            <a:ext cx="1339925" cy="323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Acumin Pro" panose="020B0504020202020204" pitchFamily="34" charset="77"/>
              </a:defRPr>
            </a:lvl1pPr>
          </a:lstStyle>
          <a:p>
            <a:pPr algn="r"/>
            <a:r>
              <a:rPr lang="en-US" dirty="0"/>
              <a:t>3/31/23            </a:t>
            </a:r>
            <a:fld id="{9F076166-0C3B-2C4F-B933-99EF0896CC39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064" y="1192696"/>
            <a:ext cx="8450036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706" r:id="rId13"/>
    <p:sldLayoutId id="2147483705" r:id="rId14"/>
    <p:sldLayoutId id="2147483707" r:id="rId15"/>
    <p:sldLayoutId id="2147483713" r:id="rId16"/>
    <p:sldLayoutId id="2147483709" r:id="rId17"/>
    <p:sldLayoutId id="2147483710" r:id="rId18"/>
    <p:sldLayoutId id="2147483653" r:id="rId19"/>
    <p:sldLayoutId id="2147483690" r:id="rId20"/>
    <p:sldLayoutId id="2147483704" r:id="rId21"/>
    <p:sldLayoutId id="2147483692" r:id="rId22"/>
    <p:sldLayoutId id="2147483693" r:id="rId23"/>
    <p:sldLayoutId id="2147483691" r:id="rId24"/>
    <p:sldLayoutId id="2147483703" r:id="rId25"/>
  </p:sldLayoutIdLst>
  <p:hf sldNum="0" hdr="0" dt="0"/>
  <p:txStyles>
    <p:titleStyle>
      <a:lvl1pPr algn="l" defTabSz="685800" rtl="0" eaLnBrk="1" fontAlgn="b" latinLnBrk="0" hangingPunct="1">
        <a:lnSpc>
          <a:spcPct val="90000"/>
        </a:lnSpc>
        <a:spcBef>
          <a:spcPct val="0"/>
        </a:spcBef>
        <a:buNone/>
        <a:defRPr lang="en-US" sz="36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7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2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None/>
        <a:defRPr sz="105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cumin Pro Condensed Semibold" panose="020B0506020202020204" pitchFamily="34" charset="77"/>
              </a:rPr>
              <a:t>Week 6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latin typeface="Acumin Pro Condensed Semibold" panose="020B0604020202020204" charset="0"/>
              </a:rPr>
              <a:t>Keel Bone Chicken Project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06/29/26</a:t>
            </a:r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D8EB3F-62C8-9AC5-2CE0-70DBBE67BD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latin typeface="Acumin Pro Condensed Semibold" panose="020B0604020202020204" charset="0"/>
              </a:rPr>
              <a:t>Weekly Progress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F1C29-FDCE-BED1-CD5A-C89760CA96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3"/>
            <a:ext cx="8450035" cy="455743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Database Updates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Local Hosting Enabled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Expanded Test Code from Last Week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Web Logger Updates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MongoDB UI now in use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Data Export Functional Fixes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Supply Updates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Shipment 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Testing Updates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Characterization Sent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Next Week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583019-436C-2C67-C2A5-1274BCF9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398AA-5631-3872-C08C-B7AA27779D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2/8</a:t>
            </a:r>
          </a:p>
        </p:txBody>
      </p:sp>
    </p:spTree>
    <p:extLst>
      <p:ext uri="{BB962C8B-B14F-4D97-AF65-F5344CB8AC3E}">
        <p14:creationId xmlns:p14="http://schemas.microsoft.com/office/powerpoint/2010/main" val="834843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16901FE-015F-804D-05DC-9F785A3830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Local Hosting Enabled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77E4B-0B00-D21D-163B-A1288DE7D2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MongoDB Key is now optional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be hosted on local machine (without use of web application)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Need to walk Agriculture department through the steps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of Mongo URI Key below: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6BF75EB-6385-5A64-A824-B20139124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63E3D-7923-3972-2984-98F82967FCB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935163-A4A1-7757-27C2-33195ED79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995132"/>
            <a:ext cx="7086600" cy="4664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57334B9-F7F6-9A75-98C0-BE1066046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865" y="3617709"/>
            <a:ext cx="4572000" cy="2286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BE4A343-1797-5509-CB3F-6DBA7BD96C94}"/>
              </a:ext>
            </a:extLst>
          </p:cNvPr>
          <p:cNvSpPr txBox="1"/>
          <p:nvPr/>
        </p:nvSpPr>
        <p:spPr>
          <a:xfrm>
            <a:off x="6943725" y="4590273"/>
            <a:ext cx="1885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Running as GUI application now</a:t>
            </a:r>
          </a:p>
        </p:txBody>
      </p:sp>
    </p:spTree>
    <p:extLst>
      <p:ext uri="{BB962C8B-B14F-4D97-AF65-F5344CB8AC3E}">
        <p14:creationId xmlns:p14="http://schemas.microsoft.com/office/powerpoint/2010/main" val="1943115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7BA1E6-9ADC-4525-B1A1-6209472C28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Expanded Test Code from Last Week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B6F403-3F24-7D1F-0CFA-5820AC9FCF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Expanded Simple Test Code from Last Week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Got working version of test code → working logger on localhost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Code seen below: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2DC619-C025-9C76-2BD7-19D2ECEBD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4BA2C-D27F-9EBB-BA86-0731450850D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AB7E09-1128-26F7-F010-47072145F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49" y="2895722"/>
            <a:ext cx="5004707" cy="310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603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1BFCF4-5BD1-1171-6859-6370C07E64E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MongoDB UI now in use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4938C-136D-C338-7CF1-4F8D6E146E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MongoDB UI in use (over MongoDB Altas)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Connection string is now: localhost:12701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Image of data being loaded seen below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05A1E49-51CC-B1FA-A99A-0AD07AF67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Logger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BA4056-0784-0846-2B78-82A05534625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F19F94-7818-CE77-ACCB-F9AA6D2AE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617" y="2667957"/>
            <a:ext cx="6324600" cy="2899135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353F253-2918-4165-FF50-DBAB8E696E1C}"/>
              </a:ext>
            </a:extLst>
          </p:cNvPr>
          <p:cNvCxnSpPr/>
          <p:nvPr/>
        </p:nvCxnSpPr>
        <p:spPr>
          <a:xfrm flipH="1" flipV="1">
            <a:off x="2260600" y="2997200"/>
            <a:ext cx="1261533" cy="14139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9627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23C2408-A986-992E-D881-B2C93C3C56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Data Export Functional Fixes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56AAB3-6AE7-A6A4-7EB6-FDE95A5B0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Fixed functional issue where download would go to unexplored path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Fixed logger download time to sync up with real world time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1D2F825-87DB-DC74-40B2-427112D05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Logger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842A5-E4EF-BFB2-A4D7-F95F83DB128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B04F6F-0E92-F2A0-8B6C-8639EAD20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908" y="4865862"/>
            <a:ext cx="6525536" cy="6858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1E8547-02FA-ABAF-9C45-FFFD492855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08" y="2382230"/>
            <a:ext cx="6258798" cy="197195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1B11102-6C99-989F-B41E-EDEC2DFC3739}"/>
              </a:ext>
            </a:extLst>
          </p:cNvPr>
          <p:cNvCxnSpPr>
            <a:endCxn id="7" idx="0"/>
          </p:cNvCxnSpPr>
          <p:nvPr/>
        </p:nvCxnSpPr>
        <p:spPr>
          <a:xfrm flipH="1">
            <a:off x="4223676" y="4354180"/>
            <a:ext cx="29917" cy="51168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7391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9CCAC17-B7A9-867E-8CF8-3CE50E8DBB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Shipment Dates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7A168-7D20-5ECB-1FE2-98C78239AB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First purchase request filled (PO 4501590095 UPS)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Shipment should have arrived last Friday, need to verify with Professor Karcher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Second pending (Verified that the number is correct)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This shipment should arrive by the end of the week given it goes through approvals quickly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5B23E9C-05C6-161E-C242-D3689AB73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Supply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4616A-A7B8-E701-C59B-FDF51F429B8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AA7E39-D71C-0C92-071A-E510CB722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429000"/>
            <a:ext cx="4571999" cy="21461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D98ED6-EBA7-3A16-3D2C-901BEB67F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29" y="2980816"/>
            <a:ext cx="4366420" cy="2594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98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D36210B-3875-DDC6-C580-D467757278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Characterization Sent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A666D-380D-96DC-34A6-7873E31EAD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Pedro requested characterization of the Sensors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Sent as rudimentary diagram (see below)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Also sent as PNG for easier system design 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After approval, should plan for Friday to test sensors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9E54DA4-057F-C747-C4B3-EC1D11A84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7D5B1-8BF0-618F-ECB1-E6DE62D0916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0CB04E-8BED-488A-8B30-203721B43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4352" y="3281259"/>
            <a:ext cx="3756834" cy="27167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98611C4-32A7-23EF-03F4-AA9B4D4C6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0" y="3507431"/>
            <a:ext cx="4471193" cy="2264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282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A906C6D-FC50-8590-63C1-71685CCA64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Goals for next week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EA2F54-1ABF-E520-B82B-EAB7AFF8CC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Check on shipment and hardware check with Professor Karcher/</a:t>
            </a:r>
            <a:r>
              <a:rPr lang="en-US" dirty="0" err="1"/>
              <a:t>Omosalewa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Verify characterization method with Pedro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Continue work on database with application efforts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122A3F4-B598-1D52-833A-78F75CFCC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279E9-6F6C-7B56-C52C-13E002C3B7F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733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2CBA-026F-7E96-546F-23B8813A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FBDCD-BC38-D4A8-A210-EA02F26100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Purdue Polytechnic Institute</a:t>
            </a:r>
          </a:p>
        </p:txBody>
      </p:sp>
    </p:spTree>
    <p:extLst>
      <p:ext uri="{BB962C8B-B14F-4D97-AF65-F5344CB8AC3E}">
        <p14:creationId xmlns:p14="http://schemas.microsoft.com/office/powerpoint/2010/main" val="355526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Standard-20230329" id="{27BFFCF5-3893-564F-9D79-7211049AF84A}" vid="{DA483483-262C-8944-9745-BAAE73176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3" ma:contentTypeDescription="Create a new document." ma:contentTypeScope="" ma:versionID="309c718596e4092f54ce9aa93358bb8d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0c34f3e70276db9d2471c2526b8de3df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Props1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D795B0-FAA0-424A-9B96-7691ED1EF2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1DE0D6C-581B-4814-98E7-EF172D5D46A1}">
  <ds:schemaRefs>
    <ds:schemaRef ds:uri="http://purl.org/dc/terms/"/>
    <ds:schemaRef ds:uri="http://schemas.microsoft.com/office/2006/documentManagement/types"/>
    <ds:schemaRef ds:uri="d6656b4d-3fa0-4709-acfb-d5e813445d1e"/>
    <ds:schemaRef ds:uri="http://purl.org/dc/elements/1.1/"/>
    <ds:schemaRef ds:uri="37af3f4b-4b66-46f9-8456-831d9bc3e737"/>
    <ds:schemaRef ds:uri="http://schemas.microsoft.com/office/infopath/2007/PartnerControls"/>
    <ds:schemaRef ds:uri="http://www.w3.org/XML/1998/namespace"/>
    <ds:schemaRef ds:uri="http://purl.org/dc/dcmitype/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35844</TotalTime>
  <Words>317</Words>
  <Application>Microsoft Office PowerPoint</Application>
  <PresentationFormat>On-screen Show (4:3)</PresentationFormat>
  <Paragraphs>69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Acumin Pro Medium</vt:lpstr>
      <vt:lpstr>Arial</vt:lpstr>
      <vt:lpstr>Acumin Pro</vt:lpstr>
      <vt:lpstr>Franklin Gothic Medium</vt:lpstr>
      <vt:lpstr>Acumin Pro Condensed Semibold</vt:lpstr>
      <vt:lpstr>Calibri</vt:lpstr>
      <vt:lpstr>Franklin Gothic Medium Cond</vt:lpstr>
      <vt:lpstr>Acumin Pro Semibold</vt:lpstr>
      <vt:lpstr>Wingdings</vt:lpstr>
      <vt:lpstr>Franklin Gothic Book</vt:lpstr>
      <vt:lpstr>Office Theme</vt:lpstr>
      <vt:lpstr>Week 6</vt:lpstr>
      <vt:lpstr>This Week</vt:lpstr>
      <vt:lpstr>Database Updates</vt:lpstr>
      <vt:lpstr>Database Updates</vt:lpstr>
      <vt:lpstr>Web Logger Updates</vt:lpstr>
      <vt:lpstr>Web Logger Updates</vt:lpstr>
      <vt:lpstr>Supply Updates</vt:lpstr>
      <vt:lpstr>Testing Updates</vt:lpstr>
      <vt:lpstr>Next Week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Ramona McCarthy</dc:creator>
  <cp:lastModifiedBy>Nathan Mingkuan Huang</cp:lastModifiedBy>
  <cp:revision>122</cp:revision>
  <cp:lastPrinted>2026-05-25T08:08:19Z</cp:lastPrinted>
  <dcterms:created xsi:type="dcterms:W3CDTF">2023-02-16T02:16:06Z</dcterms:created>
  <dcterms:modified xsi:type="dcterms:W3CDTF">2026-07-13T12:03:52Z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