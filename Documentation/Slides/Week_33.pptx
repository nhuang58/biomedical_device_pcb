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3"/>
  </p:notesMasterIdLst>
  <p:sldIdLst>
    <p:sldId id="267" r:id="rId5"/>
    <p:sldId id="279" r:id="rId6"/>
    <p:sldId id="287" r:id="rId7"/>
    <p:sldId id="288" r:id="rId8"/>
    <p:sldId id="289" r:id="rId9"/>
    <p:sldId id="290" r:id="rId10"/>
    <p:sldId id="286" r:id="rId11"/>
    <p:sldId id="277" r:id="rId12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4"/>
      <p:bold r:id="rId15"/>
      <p:italic r:id="rId16"/>
      <p:boldItalic r:id="rId17"/>
    </p:embeddedFont>
    <p:embeddedFont>
      <p:font typeface="Acumin Pro Medium" panose="020B0604020202020204" pitchFamily="34" charset="77"/>
      <p:regular r:id="rId18"/>
      <p:italic r:id="rId19"/>
    </p:embeddedFont>
    <p:embeddedFont>
      <p:font typeface="Franklin Gothic Book" panose="020B0503020102020204" pitchFamily="34" charset="0"/>
      <p:regular r:id="rId20"/>
      <p:italic r:id="rId21"/>
    </p:embeddedFont>
    <p:embeddedFont>
      <p:font typeface="Franklin Gothic Medium" panose="020B0603020102020204" pitchFamily="34" charset="0"/>
      <p:regular r:id="rId22"/>
      <p:italic r:id="rId23"/>
    </p:embeddedFont>
    <p:embeddedFont>
      <p:font typeface="Franklin Gothic Medium Cond" panose="020B0606030402020204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464"/>
    <p:restoredTop sz="95884"/>
  </p:normalViewPr>
  <p:slideViewPr>
    <p:cSldViewPr snapToGrid="0">
      <p:cViewPr>
        <p:scale>
          <a:sx n="111" d="100"/>
          <a:sy n="111" d="100"/>
        </p:scale>
        <p:origin x="880" y="240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06/01/26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Documentation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Contacted Wenjie about sensor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Meeting with Omosalewa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Legal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1200EF-EC1F-357B-A59B-B3112A42DD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Finished Documentation to send to Professor Karcher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D6974-5665-FAA3-58CC-A55A0E7B99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Documentation can be seen outside of 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PDF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Still need to make final adjustments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CE755C-4769-594E-D467-2152AE42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199E1-84EF-2F7E-2CF6-E5314D5858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1515114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34CF27-6CCE-674F-3C95-A0C69B2407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See if we can find a time to test force sensors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2C980-9015-CB7C-52A9-57CDD3D636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Walk me through procedure for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See his thoughts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0736A7-E591-29CC-8055-6AA21A13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Contacted Wenjie about sensor testing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133EF-B45E-339A-68CA-E38C65FDC0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1390496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68603C-986D-E247-0C5B-0659D50AB9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meeting with Omosalewa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062A7-769F-8FB5-C656-93462568F6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(She) will test sensors to see if the new version of the web logger solves the issues she’s been having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#1 priority is making sure the logger logs all the time (from her end)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A79A48-19B9-62AE-9DA7-39145737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with Omosalewa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442B-9E12-EDC6-91D0-7BFD36AEA0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714814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51428D-3636-F9C5-9B2B-9D2EFAE78E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Legal Counsel finally reached 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C7D75-1956-D593-85CB-000C56E047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NDA signed with redline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back to Powercast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See what they say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A2384E-1454-9378-CE30-3AE10A29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55826-B351-0374-573D-BE2CD65E40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505025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D72587-DF24-E361-3C87-CFAE3C408C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Next Week’s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18513-FBE2-EBBB-125E-FA48BA6B1B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C5F57F-D41F-FAF8-68C5-CD8D95AF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33180-B8A6-C9B8-09AC-F39A8DDB0F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7/8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677F4A-0EE5-8488-2CEF-7324D0597EC2}"/>
              </a:ext>
            </a:extLst>
          </p:cNvPr>
          <p:cNvSpPr txBox="1">
            <a:spLocks/>
          </p:cNvSpPr>
          <p:nvPr/>
        </p:nvSpPr>
        <p:spPr>
          <a:xfrm>
            <a:off x="495300" y="16957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FC558E6-A532-FE38-9520-F82ABF1096A5}"/>
              </a:ext>
            </a:extLst>
          </p:cNvPr>
          <p:cNvSpPr txBox="1">
            <a:spLocks/>
          </p:cNvSpPr>
          <p:nvPr/>
        </p:nvSpPr>
        <p:spPr>
          <a:xfrm>
            <a:off x="647700" y="18481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Finish NDA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data logger is making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sure that the documentation for the device is clear and thorough and changes are made if necessary.</a:t>
            </a:r>
          </a:p>
        </p:txBody>
      </p:sp>
    </p:spTree>
    <p:extLst>
      <p:ext uri="{BB962C8B-B14F-4D97-AF65-F5344CB8AC3E}">
        <p14:creationId xmlns:p14="http://schemas.microsoft.com/office/powerpoint/2010/main" val="1589025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35130</TotalTime>
  <Words>185</Words>
  <Application>Microsoft Macintosh PowerPoint</Application>
  <PresentationFormat>On-screen Show (4:3)</PresentationFormat>
  <Paragraphs>47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Franklin Gothic Book</vt:lpstr>
      <vt:lpstr>Calibri</vt:lpstr>
      <vt:lpstr>Wingdings</vt:lpstr>
      <vt:lpstr>Acumin Pro Medium</vt:lpstr>
      <vt:lpstr>Franklin Gothic Medium</vt:lpstr>
      <vt:lpstr>Acumin Pro Condensed Semibold</vt:lpstr>
      <vt:lpstr>Acumin Pro Semibold</vt:lpstr>
      <vt:lpstr>Arial</vt:lpstr>
      <vt:lpstr>Franklin Gothic Medium Cond</vt:lpstr>
      <vt:lpstr>Acumin Pro</vt:lpstr>
      <vt:lpstr>Office Theme</vt:lpstr>
      <vt:lpstr>Week 3</vt:lpstr>
      <vt:lpstr>This Week</vt:lpstr>
      <vt:lpstr>Documentation Updates</vt:lpstr>
      <vt:lpstr>Contacted Wenjie about sensor testing</vt:lpstr>
      <vt:lpstr>Meeting with Omosalewa</vt:lpstr>
      <vt:lpstr>Legal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110</cp:revision>
  <cp:lastPrinted>2026-05-25T08:08:19Z</cp:lastPrinted>
  <dcterms:created xsi:type="dcterms:W3CDTF">2023-02-16T02:16:06Z</dcterms:created>
  <dcterms:modified xsi:type="dcterms:W3CDTF">2026-06-01T03:12:34Z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